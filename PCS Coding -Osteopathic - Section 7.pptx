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6"/>
  </p:notesMasterIdLst>
  <p:handoutMasterIdLst>
    <p:handoutMasterId r:id="rId17"/>
  </p:handoutMasterIdLst>
  <p:sldIdLst>
    <p:sldId id="516" r:id="rId2"/>
    <p:sldId id="517" r:id="rId3"/>
    <p:sldId id="555" r:id="rId4"/>
    <p:sldId id="547" r:id="rId5"/>
    <p:sldId id="599" r:id="rId6"/>
    <p:sldId id="600" r:id="rId7"/>
    <p:sldId id="579" r:id="rId8"/>
    <p:sldId id="595" r:id="rId9"/>
    <p:sldId id="553" r:id="rId10"/>
    <p:sldId id="554" r:id="rId11"/>
    <p:sldId id="596" r:id="rId12"/>
    <p:sldId id="597" r:id="rId13"/>
    <p:sldId id="598" r:id="rId14"/>
    <p:sldId id="578"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216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eontic" initials="l" lastIdx="27"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DC542"/>
    <a:srgbClr val="2F6193"/>
    <a:srgbClr val="FF8201"/>
    <a:srgbClr val="262626"/>
    <a:srgbClr val="1D1564"/>
    <a:srgbClr val="0B5395"/>
    <a:srgbClr val="0572BC"/>
    <a:srgbClr val="2FA9D7"/>
    <a:srgbClr val="ED9622"/>
    <a:srgbClr val="2D2F9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3957" autoAdjust="0"/>
  </p:normalViewPr>
  <p:slideViewPr>
    <p:cSldViewPr snapToGrid="0">
      <p:cViewPr varScale="1">
        <p:scale>
          <a:sx n="73" d="100"/>
          <a:sy n="73" d="100"/>
        </p:scale>
        <p:origin x="618" y="72"/>
      </p:cViewPr>
      <p:guideLst>
        <p:guide pos="3840"/>
        <p:guide orient="horz" pos="2160"/>
      </p:guideLst>
    </p:cSldViewPr>
  </p:slideViewPr>
  <p:notesTextViewPr>
    <p:cViewPr>
      <p:scale>
        <a:sx n="75" d="100"/>
        <a:sy n="75" d="100"/>
      </p:scale>
      <p:origin x="0" y="0"/>
    </p:cViewPr>
  </p:notesTextViewPr>
  <p:notesViewPr>
    <p:cSldViewPr snapToGrid="0">
      <p:cViewPr varScale="1">
        <p:scale>
          <a:sx n="86" d="100"/>
          <a:sy n="86" d="100"/>
        </p:scale>
        <p:origin x="2928" y="7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A420ADA-2636-4920-B510-E61DFF0FA5AC}" type="datetimeFigureOut">
              <a:rPr lang="en-IN" smtClean="0"/>
              <a:t>24-12-2021</a:t>
            </a:fld>
            <a:endParaRPr lang="en-IN"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IN" dirty="0"/>
              <a:t>This presentation is confidential. No part of it may be circulated, quoted, or reproduced for distribution outside the organization without prior written approval from Omega Healthcare. Thank you. </a:t>
            </a: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5AF8806-B5FA-4027-87F3-47B8EAE39ED3}" type="slidenum">
              <a:rPr lang="en-IN" smtClean="0"/>
              <a:t>‹#›</a:t>
            </a:fld>
            <a:endParaRPr lang="en-IN" dirty="0"/>
          </a:p>
        </p:txBody>
      </p:sp>
    </p:spTree>
    <p:extLst>
      <p:ext uri="{BB962C8B-B14F-4D97-AF65-F5344CB8AC3E}">
        <p14:creationId xmlns:p14="http://schemas.microsoft.com/office/powerpoint/2010/main" val="261774377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08D9EAC-9A38-4670-B77A-DD2A7D52B450}" type="datetimeFigureOut">
              <a:rPr lang="en-IN" smtClean="0"/>
              <a:t>24-12-2021</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IN" dirty="0"/>
              <a:t>This presentation is confidential. No part of it may be circulated, quoted, or reproduced for distribution outside the organization without prior written approval from Omega Healthcare. Thank you. </a:t>
            </a: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9FA0649-D767-4B37-848A-14C1DC350B70}" type="slidenum">
              <a:rPr lang="en-IN" smtClean="0"/>
              <a:t>‹#›</a:t>
            </a:fld>
            <a:endParaRPr lang="en-IN" dirty="0"/>
          </a:p>
        </p:txBody>
      </p:sp>
    </p:spTree>
    <p:extLst>
      <p:ext uri="{BB962C8B-B14F-4D97-AF65-F5344CB8AC3E}">
        <p14:creationId xmlns:p14="http://schemas.microsoft.com/office/powerpoint/2010/main" val="1526490548"/>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2897414-F6FA-B34C-90AF-D370F983A965}"/>
              </a:ext>
            </a:extLst>
          </p:cNvPr>
          <p:cNvPicPr>
            <a:picLocks noChangeAspect="1"/>
          </p:cNvPicPr>
          <p:nvPr userDrawn="1"/>
        </p:nvPicPr>
        <p:blipFill>
          <a:blip r:embed="rId2">
            <a:extLst>
              <a:ext uri="{28A0092B-C50C-407E-A947-70E740481C1C}">
                <a14:useLocalDpi xmlns:a14="http://schemas.microsoft.com/office/drawing/2010/main" val="0"/>
              </a:ext>
            </a:extLst>
          </a:blip>
          <a:srcRect t="1778" b="1778"/>
          <a:stretch/>
        </p:blipFill>
        <p:spPr>
          <a:xfrm>
            <a:off x="0" y="243840"/>
            <a:ext cx="12192000" cy="6614160"/>
          </a:xfrm>
          <a:prstGeom prst="rect">
            <a:avLst/>
          </a:prstGeom>
        </p:spPr>
      </p:pic>
      <p:pic>
        <p:nvPicPr>
          <p:cNvPr id="4" name="Picture 3" descr="Logo&#10;&#10;Description automatically generated">
            <a:extLst>
              <a:ext uri="{FF2B5EF4-FFF2-40B4-BE49-F238E27FC236}">
                <a16:creationId xmlns:a16="http://schemas.microsoft.com/office/drawing/2014/main" id="{05EB7333-1EA9-C143-81E6-31F92E2FBCA8}"/>
              </a:ext>
            </a:extLst>
          </p:cNvPr>
          <p:cNvPicPr>
            <a:picLocks noChangeAspect="1"/>
          </p:cNvPicPr>
          <p:nvPr userDrawn="1"/>
        </p:nvPicPr>
        <p:blipFill>
          <a:blip r:embed="rId3"/>
          <a:stretch>
            <a:fillRect/>
          </a:stretch>
        </p:blipFill>
        <p:spPr>
          <a:xfrm>
            <a:off x="4272404" y="2536069"/>
            <a:ext cx="3647192" cy="1218051"/>
          </a:xfrm>
          <a:prstGeom prst="rect">
            <a:avLst/>
          </a:prstGeom>
        </p:spPr>
      </p:pic>
      <p:sp>
        <p:nvSpPr>
          <p:cNvPr id="6" name="Text Placeholder 10">
            <a:extLst>
              <a:ext uri="{FF2B5EF4-FFF2-40B4-BE49-F238E27FC236}">
                <a16:creationId xmlns:a16="http://schemas.microsoft.com/office/drawing/2014/main" id="{B3357C5F-9929-674B-BF2C-ADB33591FAA9}"/>
              </a:ext>
            </a:extLst>
          </p:cNvPr>
          <p:cNvSpPr>
            <a:spLocks noGrp="1"/>
          </p:cNvSpPr>
          <p:nvPr>
            <p:ph type="body" sz="quarter" idx="10" hasCustomPrompt="1"/>
          </p:nvPr>
        </p:nvSpPr>
        <p:spPr>
          <a:xfrm>
            <a:off x="2914650" y="4810760"/>
            <a:ext cx="6362700" cy="495300"/>
          </a:xfrm>
          <a:prstGeom prst="rect">
            <a:avLst/>
          </a:prstGeom>
        </p:spPr>
        <p:txBody>
          <a:bodyPr anchor="ctr"/>
          <a:lstStyle>
            <a:lvl1pPr marL="0" indent="0" algn="ctr">
              <a:buNone/>
              <a:defRPr lang="en-US" sz="2000" b="0" kern="1200" baseline="0" dirty="0">
                <a:solidFill>
                  <a:schemeClr val="bg1"/>
                </a:solidFill>
                <a:latin typeface="+mj-lt"/>
                <a:ea typeface="+mj-ea"/>
                <a:cs typeface="+mj-cs"/>
              </a:defRPr>
            </a:lvl1pPr>
          </a:lstStyle>
          <a:p>
            <a:pPr lvl="0"/>
            <a:r>
              <a:rPr lang="en-US" dirty="0"/>
              <a:t>SUBTITLE</a:t>
            </a:r>
          </a:p>
        </p:txBody>
      </p:sp>
      <p:sp>
        <p:nvSpPr>
          <p:cNvPr id="5" name="Rectangle 4">
            <a:extLst>
              <a:ext uri="{FF2B5EF4-FFF2-40B4-BE49-F238E27FC236}">
                <a16:creationId xmlns:a16="http://schemas.microsoft.com/office/drawing/2014/main" id="{2E38A553-5287-0E41-A5D3-E62002DC4346}"/>
              </a:ext>
            </a:extLst>
          </p:cNvPr>
          <p:cNvSpPr/>
          <p:nvPr userDrawn="1"/>
        </p:nvSpPr>
        <p:spPr>
          <a:xfrm>
            <a:off x="0" y="6693408"/>
            <a:ext cx="12192000" cy="16459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135409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2_Title Slide">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74C79E7-7057-AF4F-B18C-E3989117AE0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pic>
        <p:nvPicPr>
          <p:cNvPr id="8" name="Picture 7" descr="A picture containing text, clipart&#10;&#10;Description automatically generated">
            <a:extLst>
              <a:ext uri="{FF2B5EF4-FFF2-40B4-BE49-F238E27FC236}">
                <a16:creationId xmlns:a16="http://schemas.microsoft.com/office/drawing/2014/main" id="{AD352FF6-569A-064D-B4B2-EF817DBEF35F}"/>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272404" y="2040769"/>
            <a:ext cx="3647192" cy="1215730"/>
          </a:xfrm>
          <a:prstGeom prst="rect">
            <a:avLst/>
          </a:prstGeom>
        </p:spPr>
      </p:pic>
      <p:sp>
        <p:nvSpPr>
          <p:cNvPr id="6" name="Text Placeholder 10">
            <a:extLst>
              <a:ext uri="{FF2B5EF4-FFF2-40B4-BE49-F238E27FC236}">
                <a16:creationId xmlns:a16="http://schemas.microsoft.com/office/drawing/2014/main" id="{B3357C5F-9929-674B-BF2C-ADB33591FAA9}"/>
              </a:ext>
            </a:extLst>
          </p:cNvPr>
          <p:cNvSpPr>
            <a:spLocks noGrp="1"/>
          </p:cNvSpPr>
          <p:nvPr>
            <p:ph type="body" sz="quarter" idx="10" hasCustomPrompt="1"/>
          </p:nvPr>
        </p:nvSpPr>
        <p:spPr>
          <a:xfrm>
            <a:off x="2914650" y="5049618"/>
            <a:ext cx="6362700" cy="495300"/>
          </a:xfrm>
          <a:prstGeom prst="rect">
            <a:avLst/>
          </a:prstGeom>
        </p:spPr>
        <p:txBody>
          <a:bodyPr anchor="ctr"/>
          <a:lstStyle>
            <a:lvl1pPr marL="0" indent="0" algn="ctr">
              <a:buNone/>
              <a:defRPr lang="en-US" sz="2000" b="0" kern="1200" baseline="0" dirty="0">
                <a:solidFill>
                  <a:schemeClr val="accent1"/>
                </a:solidFill>
                <a:latin typeface="+mj-lt"/>
                <a:ea typeface="+mj-ea"/>
                <a:cs typeface="+mj-cs"/>
              </a:defRPr>
            </a:lvl1pPr>
          </a:lstStyle>
          <a:p>
            <a:pPr lvl="0"/>
            <a:r>
              <a:rPr lang="en-US" dirty="0"/>
              <a:t>SUBTITLE</a:t>
            </a:r>
          </a:p>
        </p:txBody>
      </p:sp>
    </p:spTree>
    <p:extLst>
      <p:ext uri="{BB962C8B-B14F-4D97-AF65-F5344CB8AC3E}">
        <p14:creationId xmlns:p14="http://schemas.microsoft.com/office/powerpoint/2010/main" val="2687328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1_Section Header">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17AE9F9-2984-204C-B427-379965A9AAFD}"/>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8" name="Title 7"/>
          <p:cNvSpPr>
            <a:spLocks noGrp="1"/>
          </p:cNvSpPr>
          <p:nvPr>
            <p:ph type="title"/>
          </p:nvPr>
        </p:nvSpPr>
        <p:spPr>
          <a:xfrm>
            <a:off x="2914650" y="2689222"/>
            <a:ext cx="6362700" cy="640080"/>
          </a:xfrm>
          <a:prstGeom prst="rect">
            <a:avLst/>
          </a:prstGeom>
        </p:spPr>
        <p:txBody>
          <a:bodyPr wrap="none" lIns="0" rIns="0" anchor="ctr">
            <a:noAutofit/>
          </a:bodyPr>
          <a:lstStyle>
            <a:lvl1pPr marL="0" algn="ctr" defTabSz="914400" rtl="0" eaLnBrk="1" latinLnBrk="0" hangingPunct="1">
              <a:lnSpc>
                <a:spcPct val="100000"/>
              </a:lnSpc>
              <a:spcBef>
                <a:spcPct val="0"/>
              </a:spcBef>
              <a:buNone/>
              <a:defRPr lang="en-US" sz="3600" b="0" kern="1200" baseline="0" dirty="0">
                <a:solidFill>
                  <a:schemeClr val="bg1"/>
                </a:solidFill>
                <a:latin typeface="+mn-lt"/>
                <a:ea typeface="+mj-ea"/>
                <a:cs typeface="+mj-cs"/>
              </a:defRPr>
            </a:lvl1pPr>
          </a:lstStyle>
          <a:p>
            <a:r>
              <a:rPr lang="en-US"/>
              <a:t>Click to edit Master title style</a:t>
            </a:r>
            <a:endParaRPr lang="en-US" dirty="0"/>
          </a:p>
        </p:txBody>
      </p:sp>
      <p:sp>
        <p:nvSpPr>
          <p:cNvPr id="11" name="Text Placeholder 10"/>
          <p:cNvSpPr>
            <a:spLocks noGrp="1"/>
          </p:cNvSpPr>
          <p:nvPr>
            <p:ph type="body" sz="quarter" idx="10" hasCustomPrompt="1"/>
          </p:nvPr>
        </p:nvSpPr>
        <p:spPr>
          <a:xfrm>
            <a:off x="2914650" y="3545210"/>
            <a:ext cx="6362700" cy="495300"/>
          </a:xfrm>
          <a:prstGeom prst="rect">
            <a:avLst/>
          </a:prstGeom>
        </p:spPr>
        <p:txBody>
          <a:bodyPr anchor="ctr"/>
          <a:lstStyle>
            <a:lvl1pPr marL="0" indent="0" algn="ctr">
              <a:buNone/>
              <a:defRPr lang="en-US" sz="2000" b="0" kern="1200" baseline="0" dirty="0">
                <a:solidFill>
                  <a:schemeClr val="bg1"/>
                </a:solidFill>
                <a:latin typeface="+mj-lt"/>
                <a:ea typeface="+mj-ea"/>
                <a:cs typeface="+mj-cs"/>
              </a:defRPr>
            </a:lvl1pPr>
          </a:lstStyle>
          <a:p>
            <a:pPr lvl="0"/>
            <a:r>
              <a:rPr lang="en-US" dirty="0"/>
              <a:t>Subtitle</a:t>
            </a:r>
          </a:p>
        </p:txBody>
      </p:sp>
      <p:pic>
        <p:nvPicPr>
          <p:cNvPr id="6" name="Picture 5">
            <a:extLst>
              <a:ext uri="{FF2B5EF4-FFF2-40B4-BE49-F238E27FC236}">
                <a16:creationId xmlns:a16="http://schemas.microsoft.com/office/drawing/2014/main" id="{6B5C9036-2210-6142-BFDC-7BFE83F361DA}"/>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10610423" y="6217919"/>
            <a:ext cx="1348505" cy="451999"/>
          </a:xfrm>
          <a:prstGeom prst="rect">
            <a:avLst/>
          </a:prstGeom>
        </p:spPr>
      </p:pic>
    </p:spTree>
    <p:extLst>
      <p:ext uri="{BB962C8B-B14F-4D97-AF65-F5344CB8AC3E}">
        <p14:creationId xmlns:p14="http://schemas.microsoft.com/office/powerpoint/2010/main" val="29642618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End Page">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5B9BD612-3813-FB4E-865F-FADE0BC7F8B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rot="10800000" flipH="1">
            <a:off x="0" y="0"/>
            <a:ext cx="12192000" cy="6858000"/>
          </a:xfrm>
          <a:prstGeom prst="rect">
            <a:avLst/>
          </a:prstGeom>
        </p:spPr>
      </p:pic>
      <p:sp>
        <p:nvSpPr>
          <p:cNvPr id="8" name="Title 7"/>
          <p:cNvSpPr>
            <a:spLocks noGrp="1"/>
          </p:cNvSpPr>
          <p:nvPr>
            <p:ph type="title"/>
          </p:nvPr>
        </p:nvSpPr>
        <p:spPr>
          <a:xfrm>
            <a:off x="2914650" y="3108960"/>
            <a:ext cx="6362700" cy="640080"/>
          </a:xfrm>
          <a:prstGeom prst="rect">
            <a:avLst/>
          </a:prstGeom>
        </p:spPr>
        <p:txBody>
          <a:bodyPr wrap="none" lIns="0" rIns="0" anchor="ctr">
            <a:noAutofit/>
          </a:bodyPr>
          <a:lstStyle>
            <a:lvl1pPr marL="0" algn="ctr" defTabSz="914400" rtl="0" eaLnBrk="1" latinLnBrk="0" hangingPunct="1">
              <a:lnSpc>
                <a:spcPct val="100000"/>
              </a:lnSpc>
              <a:spcBef>
                <a:spcPct val="0"/>
              </a:spcBef>
              <a:buNone/>
              <a:defRPr lang="en-US" sz="3600" b="0" kern="1200" baseline="0" dirty="0">
                <a:solidFill>
                  <a:schemeClr val="bg1"/>
                </a:solidFill>
                <a:latin typeface="+mn-lt"/>
                <a:ea typeface="+mj-ea"/>
                <a:cs typeface="+mj-cs"/>
              </a:defRPr>
            </a:lvl1pPr>
          </a:lstStyle>
          <a:p>
            <a:r>
              <a:rPr lang="en-US"/>
              <a:t>Click to edit Master title style</a:t>
            </a:r>
            <a:endParaRPr lang="en-US" dirty="0"/>
          </a:p>
        </p:txBody>
      </p:sp>
      <p:pic>
        <p:nvPicPr>
          <p:cNvPr id="5" name="Picture 4">
            <a:extLst>
              <a:ext uri="{FF2B5EF4-FFF2-40B4-BE49-F238E27FC236}">
                <a16:creationId xmlns:a16="http://schemas.microsoft.com/office/drawing/2014/main" id="{B1117FC5-AAA0-1041-BC24-5CE254DB5263}"/>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10606677" y="6217919"/>
            <a:ext cx="1355998" cy="451999"/>
          </a:xfrm>
          <a:prstGeom prst="rect">
            <a:avLst/>
          </a:prstGeom>
        </p:spPr>
      </p:pic>
    </p:spTree>
    <p:extLst>
      <p:ext uri="{BB962C8B-B14F-4D97-AF65-F5344CB8AC3E}">
        <p14:creationId xmlns:p14="http://schemas.microsoft.com/office/powerpoint/2010/main" val="20792947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8_Title and Content">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2B580F0-627E-BF4F-9A0F-3D79B602984D}"/>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9" name="Rectangle 8">
            <a:extLst>
              <a:ext uri="{FF2B5EF4-FFF2-40B4-BE49-F238E27FC236}">
                <a16:creationId xmlns:a16="http://schemas.microsoft.com/office/drawing/2014/main" id="{0BDA3B51-831E-2940-8D2F-6C33370C7922}"/>
              </a:ext>
            </a:extLst>
          </p:cNvPr>
          <p:cNvSpPr/>
          <p:nvPr userDrawn="1"/>
        </p:nvSpPr>
        <p:spPr>
          <a:xfrm>
            <a:off x="0" y="6788150"/>
            <a:ext cx="12192000" cy="6984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7"/>
          <p:cNvSpPr>
            <a:spLocks noGrp="1"/>
          </p:cNvSpPr>
          <p:nvPr userDrawn="1">
            <p:ph type="title"/>
          </p:nvPr>
        </p:nvSpPr>
        <p:spPr>
          <a:xfrm>
            <a:off x="314552" y="333373"/>
            <a:ext cx="9250362" cy="461665"/>
          </a:xfrm>
          <a:prstGeom prst="rect">
            <a:avLst/>
          </a:prstGeom>
        </p:spPr>
        <p:txBody>
          <a:bodyPr wrap="none" lIns="0" rIns="0" anchor="ctr">
            <a:noAutofit/>
          </a:bodyPr>
          <a:lstStyle>
            <a:lvl1pPr marL="0" algn="l" defTabSz="914400" rtl="0" eaLnBrk="1" latinLnBrk="0" hangingPunct="1">
              <a:lnSpc>
                <a:spcPct val="100000"/>
              </a:lnSpc>
              <a:spcBef>
                <a:spcPct val="0"/>
              </a:spcBef>
              <a:buNone/>
              <a:defRPr lang="en-US" sz="2400" b="0" kern="1200" baseline="0" dirty="0">
                <a:solidFill>
                  <a:schemeClr val="tx2"/>
                </a:solidFill>
                <a:latin typeface="+mj-lt"/>
                <a:ea typeface="+mj-ea"/>
                <a:cs typeface="+mj-cs"/>
              </a:defRPr>
            </a:lvl1pPr>
          </a:lstStyle>
          <a:p>
            <a:r>
              <a:rPr lang="en-US"/>
              <a:t>Click to edit Master title style</a:t>
            </a:r>
            <a:endParaRPr lang="en-US" dirty="0"/>
          </a:p>
        </p:txBody>
      </p:sp>
      <p:sp>
        <p:nvSpPr>
          <p:cNvPr id="3" name="Slide Number Placeholder 2"/>
          <p:cNvSpPr>
            <a:spLocks noGrp="1"/>
          </p:cNvSpPr>
          <p:nvPr userDrawn="1">
            <p:ph type="sldNum" sz="quarter" idx="4"/>
          </p:nvPr>
        </p:nvSpPr>
        <p:spPr>
          <a:xfrm>
            <a:off x="168365" y="6457950"/>
            <a:ext cx="703943" cy="365125"/>
          </a:xfrm>
          <a:prstGeom prst="rect">
            <a:avLst/>
          </a:prstGeom>
        </p:spPr>
        <p:txBody>
          <a:bodyPr vert="horz" lIns="0" tIns="45720" rIns="0" bIns="45720" rtlCol="0" anchor="ctr"/>
          <a:lstStyle>
            <a:lvl1pPr algn="l">
              <a:defRPr sz="1050">
                <a:solidFill>
                  <a:schemeClr val="bg1"/>
                </a:solidFill>
                <a:latin typeface="+mj-lt"/>
              </a:defRPr>
            </a:lvl1pPr>
          </a:lstStyle>
          <a:p>
            <a:fld id="{46616483-2A41-4A20-BD01-F9E46BA69A42}" type="slidenum">
              <a:rPr lang="en-US" smtClean="0"/>
              <a:pPr/>
              <a:t>‹#›</a:t>
            </a:fld>
            <a:endParaRPr lang="en-US" dirty="0"/>
          </a:p>
        </p:txBody>
      </p:sp>
      <p:pic>
        <p:nvPicPr>
          <p:cNvPr id="7" name="Picture 6">
            <a:extLst>
              <a:ext uri="{FF2B5EF4-FFF2-40B4-BE49-F238E27FC236}">
                <a16:creationId xmlns:a16="http://schemas.microsoft.com/office/drawing/2014/main" id="{C22189A4-037B-0845-B243-1FE144E511BB}"/>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10606677" y="6217919"/>
            <a:ext cx="1355998" cy="451999"/>
          </a:xfrm>
          <a:prstGeom prst="rect">
            <a:avLst/>
          </a:prstGeom>
        </p:spPr>
      </p:pic>
    </p:spTree>
    <p:extLst>
      <p:ext uri="{BB962C8B-B14F-4D97-AF65-F5344CB8AC3E}">
        <p14:creationId xmlns:p14="http://schemas.microsoft.com/office/powerpoint/2010/main" val="31800378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9_Title and Content">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B5EA7B4-D03C-0542-BDFA-C3169458B7F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11" name="Rectangle 10">
            <a:extLst>
              <a:ext uri="{FF2B5EF4-FFF2-40B4-BE49-F238E27FC236}">
                <a16:creationId xmlns:a16="http://schemas.microsoft.com/office/drawing/2014/main" id="{A452CB39-3423-8046-836D-596E398D1F5C}"/>
              </a:ext>
            </a:extLst>
          </p:cNvPr>
          <p:cNvSpPr/>
          <p:nvPr userDrawn="1"/>
        </p:nvSpPr>
        <p:spPr>
          <a:xfrm>
            <a:off x="0" y="6788150"/>
            <a:ext cx="12192000" cy="6984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2">
            <a:extLst>
              <a:ext uri="{FF2B5EF4-FFF2-40B4-BE49-F238E27FC236}">
                <a16:creationId xmlns:a16="http://schemas.microsoft.com/office/drawing/2014/main" id="{4C4CB8B0-BC73-F942-BB45-8581E54B431D}"/>
              </a:ext>
            </a:extLst>
          </p:cNvPr>
          <p:cNvSpPr txBox="1">
            <a:spLocks/>
          </p:cNvSpPr>
          <p:nvPr userDrawn="1"/>
        </p:nvSpPr>
        <p:spPr>
          <a:xfrm>
            <a:off x="168365" y="6457950"/>
            <a:ext cx="703943" cy="365125"/>
          </a:xfrm>
          <a:prstGeom prst="rect">
            <a:avLst/>
          </a:prstGeom>
        </p:spPr>
        <p:txBody>
          <a:bodyPr vert="horz" lIns="0" tIns="45720" rIns="0" bIns="45720" rtlCol="0" anchor="ctr"/>
          <a:lstStyle>
            <a:defPPr>
              <a:defRPr lang="en-US"/>
            </a:defPPr>
            <a:lvl1pPr marL="0" algn="l" defTabSz="914400" rtl="0" eaLnBrk="1" latinLnBrk="0" hangingPunct="1">
              <a:defRPr sz="105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6616483-2A41-4A20-BD01-F9E46BA69A42}" type="slidenum">
              <a:rPr lang="en-US" smtClean="0"/>
              <a:pPr/>
              <a:t>‹#›</a:t>
            </a:fld>
            <a:endParaRPr lang="en-US" dirty="0"/>
          </a:p>
        </p:txBody>
      </p:sp>
      <p:sp>
        <p:nvSpPr>
          <p:cNvPr id="8" name="Title 7"/>
          <p:cNvSpPr>
            <a:spLocks noGrp="1"/>
          </p:cNvSpPr>
          <p:nvPr userDrawn="1">
            <p:ph type="title"/>
          </p:nvPr>
        </p:nvSpPr>
        <p:spPr>
          <a:xfrm>
            <a:off x="314552" y="333373"/>
            <a:ext cx="9250362" cy="461665"/>
          </a:xfrm>
          <a:prstGeom prst="rect">
            <a:avLst/>
          </a:prstGeom>
        </p:spPr>
        <p:txBody>
          <a:bodyPr wrap="none" lIns="0" rIns="0" anchor="ctr">
            <a:noAutofit/>
          </a:bodyPr>
          <a:lstStyle>
            <a:lvl1pPr marL="0" algn="l" defTabSz="914400" rtl="0" eaLnBrk="1" latinLnBrk="0" hangingPunct="1">
              <a:lnSpc>
                <a:spcPct val="100000"/>
              </a:lnSpc>
              <a:spcBef>
                <a:spcPct val="0"/>
              </a:spcBef>
              <a:buNone/>
              <a:defRPr lang="en-US" sz="2400" b="0" kern="1200" baseline="0" dirty="0">
                <a:solidFill>
                  <a:schemeClr val="tx2"/>
                </a:solidFill>
                <a:latin typeface="+mj-lt"/>
                <a:ea typeface="+mj-ea"/>
                <a:cs typeface="+mj-cs"/>
              </a:defRPr>
            </a:lvl1pPr>
          </a:lstStyle>
          <a:p>
            <a:r>
              <a:rPr lang="en-US"/>
              <a:t>Click to edit Master title style</a:t>
            </a:r>
            <a:endParaRPr lang="en-US" dirty="0"/>
          </a:p>
        </p:txBody>
      </p:sp>
      <p:sp>
        <p:nvSpPr>
          <p:cNvPr id="3" name="Text Placeholder 2"/>
          <p:cNvSpPr>
            <a:spLocks noGrp="1"/>
          </p:cNvSpPr>
          <p:nvPr userDrawn="1">
            <p:ph type="body" sz="quarter" idx="10"/>
          </p:nvPr>
        </p:nvSpPr>
        <p:spPr>
          <a:xfrm>
            <a:off x="314552" y="1147989"/>
            <a:ext cx="9561286" cy="4643211"/>
          </a:xfrm>
          <a:prstGeom prst="rect">
            <a:avLst/>
          </a:prstGeom>
        </p:spPr>
        <p:txBody>
          <a:bodyPr lIns="0" tIns="0" rIns="0" bIns="0"/>
          <a:lstStyle>
            <a:lvl1pPr marL="274320" indent="-274320" algn="l" defTabSz="914400" rtl="0" eaLnBrk="1" latinLnBrk="0" hangingPunct="1">
              <a:lnSpc>
                <a:spcPct val="100000"/>
              </a:lnSpc>
              <a:spcBef>
                <a:spcPts val="600"/>
              </a:spcBef>
              <a:spcAft>
                <a:spcPts val="600"/>
              </a:spcAft>
              <a:buFont typeface="Wingdings" panose="05000000000000000000" pitchFamily="2" charset="2"/>
              <a:buChar char="Ø"/>
              <a:defRPr lang="en-US" sz="1600" kern="1200" dirty="0" smtClean="0">
                <a:solidFill>
                  <a:srgbClr val="262626"/>
                </a:solidFill>
                <a:latin typeface="+mn-lt"/>
                <a:ea typeface="+mn-ea"/>
                <a:cs typeface="+mn-cs"/>
              </a:defRPr>
            </a:lvl1pPr>
            <a:lvl2pPr marL="548640" indent="-274320" algn="l" defTabSz="914400" rtl="0" eaLnBrk="1" latinLnBrk="0" hangingPunct="1">
              <a:lnSpc>
                <a:spcPct val="100000"/>
              </a:lnSpc>
              <a:spcBef>
                <a:spcPts val="600"/>
              </a:spcBef>
              <a:spcAft>
                <a:spcPts val="600"/>
              </a:spcAft>
              <a:buClr>
                <a:srgbClr val="1D1564"/>
              </a:buClr>
              <a:buSzPct val="75000"/>
              <a:buFont typeface="Wingdings" panose="05000000000000000000" pitchFamily="2" charset="2"/>
              <a:buChar char="v"/>
              <a:defRPr lang="en-US" sz="1600" kern="1200" dirty="0" smtClean="0">
                <a:solidFill>
                  <a:srgbClr val="262626"/>
                </a:solidFill>
                <a:latin typeface="+mn-lt"/>
                <a:ea typeface="+mn-ea"/>
                <a:cs typeface="+mn-cs"/>
              </a:defRPr>
            </a:lvl2pPr>
            <a:lvl3pPr marL="822960" indent="-274320" algn="l" defTabSz="914400" rtl="0" eaLnBrk="1" latinLnBrk="0" hangingPunct="1">
              <a:lnSpc>
                <a:spcPct val="100000"/>
              </a:lnSpc>
              <a:spcBef>
                <a:spcPts val="600"/>
              </a:spcBef>
              <a:spcAft>
                <a:spcPts val="600"/>
              </a:spcAft>
              <a:buClr>
                <a:srgbClr val="1D1564"/>
              </a:buClr>
              <a:buFont typeface="Wingdings" panose="05000000000000000000" pitchFamily="2" charset="2"/>
              <a:buChar char="§"/>
              <a:defRPr lang="en-US" sz="1600" kern="1200" dirty="0" smtClean="0">
                <a:solidFill>
                  <a:srgbClr val="262626"/>
                </a:solidFill>
                <a:latin typeface="+mn-lt"/>
                <a:ea typeface="+mn-ea"/>
                <a:cs typeface="+mn-cs"/>
              </a:defRPr>
            </a:lvl3pPr>
            <a:lvl4pPr marL="1097280" indent="-274320" algn="l" defTabSz="914400" rtl="0" eaLnBrk="1" latinLnBrk="0" hangingPunct="1">
              <a:lnSpc>
                <a:spcPct val="100000"/>
              </a:lnSpc>
              <a:spcBef>
                <a:spcPts val="600"/>
              </a:spcBef>
              <a:spcAft>
                <a:spcPts val="600"/>
              </a:spcAft>
              <a:buClr>
                <a:srgbClr val="1D1564"/>
              </a:buClr>
              <a:buFont typeface="Arial" panose="020B0604020202020204" pitchFamily="34" charset="0"/>
              <a:buChar char="•"/>
              <a:defRPr lang="en-US" sz="1600" kern="1200" dirty="0" smtClean="0">
                <a:solidFill>
                  <a:srgbClr val="262626"/>
                </a:solidFill>
                <a:latin typeface="+mn-lt"/>
                <a:ea typeface="+mn-ea"/>
                <a:cs typeface="+mn-cs"/>
              </a:defRPr>
            </a:lvl4pPr>
            <a:lvl5pPr marL="1371600" indent="-274320" algn="l" defTabSz="914400" rtl="0" eaLnBrk="1" latinLnBrk="0" hangingPunct="1">
              <a:lnSpc>
                <a:spcPct val="100000"/>
              </a:lnSpc>
              <a:spcBef>
                <a:spcPts val="600"/>
              </a:spcBef>
              <a:spcAft>
                <a:spcPts val="600"/>
              </a:spcAft>
              <a:buClr>
                <a:srgbClr val="1D1564"/>
              </a:buClr>
              <a:buFont typeface="Courier New" panose="02070309020205020404" pitchFamily="49" charset="0"/>
              <a:buChar char="o"/>
              <a:defRPr lang="en-US" sz="1600" kern="1200" dirty="0">
                <a:solidFill>
                  <a:srgbClr val="262626"/>
                </a:solidFill>
                <a:latin typeface="+mn-lt"/>
                <a:ea typeface="+mn-ea"/>
                <a:cs typeface="+mn-cs"/>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7" name="Picture 6">
            <a:extLst>
              <a:ext uri="{FF2B5EF4-FFF2-40B4-BE49-F238E27FC236}">
                <a16:creationId xmlns:a16="http://schemas.microsoft.com/office/drawing/2014/main" id="{FC85A651-D2E5-C340-A433-6D68EFF231AC}"/>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10606677" y="6217919"/>
            <a:ext cx="1355998" cy="451999"/>
          </a:xfrm>
          <a:prstGeom prst="rect">
            <a:avLst/>
          </a:prstGeom>
        </p:spPr>
      </p:pic>
    </p:spTree>
    <p:extLst>
      <p:ext uri="{BB962C8B-B14F-4D97-AF65-F5344CB8AC3E}">
        <p14:creationId xmlns:p14="http://schemas.microsoft.com/office/powerpoint/2010/main" val="4783022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0_Title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520336" y="648333"/>
            <a:ext cx="9250362" cy="461665"/>
          </a:xfrm>
          <a:prstGeom prst="rect">
            <a:avLst/>
          </a:prstGeom>
        </p:spPr>
        <p:txBody>
          <a:bodyPr wrap="none" lIns="0" rIns="0" anchor="ctr">
            <a:noAutofit/>
          </a:bodyPr>
          <a:lstStyle>
            <a:lvl1pPr marL="0" algn="l" defTabSz="914400" rtl="0" eaLnBrk="1" latinLnBrk="0" hangingPunct="1">
              <a:lnSpc>
                <a:spcPct val="100000"/>
              </a:lnSpc>
              <a:spcBef>
                <a:spcPct val="0"/>
              </a:spcBef>
              <a:buNone/>
              <a:defRPr lang="en-US" sz="2400" b="0" kern="1200" baseline="0" dirty="0">
                <a:solidFill>
                  <a:schemeClr val="tx2"/>
                </a:solidFill>
                <a:latin typeface="+mj-lt"/>
                <a:ea typeface="+mj-ea"/>
                <a:cs typeface="+mj-cs"/>
              </a:defRPr>
            </a:lvl1pPr>
          </a:lstStyle>
          <a:p>
            <a:r>
              <a:rPr lang="en-US"/>
              <a:t>Click to edit Master title style</a:t>
            </a:r>
            <a:endParaRPr lang="en-US" dirty="0"/>
          </a:p>
        </p:txBody>
      </p:sp>
      <p:sp>
        <p:nvSpPr>
          <p:cNvPr id="3" name="Slide Number Placeholder 2"/>
          <p:cNvSpPr>
            <a:spLocks noGrp="1"/>
          </p:cNvSpPr>
          <p:nvPr>
            <p:ph type="sldNum" sz="quarter" idx="4"/>
          </p:nvPr>
        </p:nvSpPr>
        <p:spPr>
          <a:xfrm>
            <a:off x="168365" y="6457950"/>
            <a:ext cx="703943" cy="365125"/>
          </a:xfrm>
          <a:prstGeom prst="rect">
            <a:avLst/>
          </a:prstGeom>
        </p:spPr>
        <p:txBody>
          <a:bodyPr vert="horz" lIns="0" tIns="45720" rIns="0" bIns="45720" rtlCol="0" anchor="ctr"/>
          <a:lstStyle>
            <a:lvl1pPr algn="l">
              <a:defRPr sz="1050">
                <a:solidFill>
                  <a:schemeClr val="accent1"/>
                </a:solidFill>
                <a:latin typeface="+mj-lt"/>
              </a:defRPr>
            </a:lvl1pPr>
          </a:lstStyle>
          <a:p>
            <a:fld id="{46616483-2A41-4A20-BD01-F9E46BA69A42}" type="slidenum">
              <a:rPr lang="en-US" smtClean="0"/>
              <a:pPr/>
              <a:t>‹#›</a:t>
            </a:fld>
            <a:endParaRPr lang="en-US" dirty="0"/>
          </a:p>
        </p:txBody>
      </p:sp>
      <p:pic>
        <p:nvPicPr>
          <p:cNvPr id="6" name="Picture 5">
            <a:extLst>
              <a:ext uri="{FF2B5EF4-FFF2-40B4-BE49-F238E27FC236}">
                <a16:creationId xmlns:a16="http://schemas.microsoft.com/office/drawing/2014/main" id="{9A60F511-5604-4848-B430-C09C849A147C}"/>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0610423" y="6217919"/>
            <a:ext cx="1348505" cy="451999"/>
          </a:xfrm>
          <a:prstGeom prst="rect">
            <a:avLst/>
          </a:prstGeom>
        </p:spPr>
      </p:pic>
      <p:pic>
        <p:nvPicPr>
          <p:cNvPr id="9" name="Picture 8">
            <a:extLst>
              <a:ext uri="{FF2B5EF4-FFF2-40B4-BE49-F238E27FC236}">
                <a16:creationId xmlns:a16="http://schemas.microsoft.com/office/drawing/2014/main" id="{D26BE787-5CAB-924F-9402-77E03E56C3AE}"/>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rot="10800000" flipH="1">
            <a:off x="0" y="0"/>
            <a:ext cx="12192000" cy="6858000"/>
          </a:xfrm>
          <a:prstGeom prst="rect">
            <a:avLst/>
          </a:prstGeom>
        </p:spPr>
      </p:pic>
      <p:sp>
        <p:nvSpPr>
          <p:cNvPr id="10" name="Rectangle 9">
            <a:extLst>
              <a:ext uri="{FF2B5EF4-FFF2-40B4-BE49-F238E27FC236}">
                <a16:creationId xmlns:a16="http://schemas.microsoft.com/office/drawing/2014/main" id="{F7AE919E-F3E3-614F-B830-39BA0FFE7B16}"/>
              </a:ext>
            </a:extLst>
          </p:cNvPr>
          <p:cNvSpPr/>
          <p:nvPr userDrawn="1"/>
        </p:nvSpPr>
        <p:spPr>
          <a:xfrm rot="10800000" flipH="1">
            <a:off x="0" y="1"/>
            <a:ext cx="12192000" cy="6984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778243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1_Title and Content">
    <p:spTree>
      <p:nvGrpSpPr>
        <p:cNvPr id="1" name=""/>
        <p:cNvGrpSpPr/>
        <p:nvPr/>
      </p:nvGrpSpPr>
      <p:grpSpPr>
        <a:xfrm>
          <a:off x="0" y="0"/>
          <a:ext cx="0" cy="0"/>
          <a:chOff x="0" y="0"/>
          <a:chExt cx="0" cy="0"/>
        </a:xfrm>
      </p:grpSpPr>
      <p:sp>
        <p:nvSpPr>
          <p:cNvPr id="6" name="Slide Number Placeholder 2">
            <a:extLst>
              <a:ext uri="{FF2B5EF4-FFF2-40B4-BE49-F238E27FC236}">
                <a16:creationId xmlns:a16="http://schemas.microsoft.com/office/drawing/2014/main" id="{4C4CB8B0-BC73-F942-BB45-8581E54B431D}"/>
              </a:ext>
            </a:extLst>
          </p:cNvPr>
          <p:cNvSpPr txBox="1">
            <a:spLocks/>
          </p:cNvSpPr>
          <p:nvPr userDrawn="1"/>
        </p:nvSpPr>
        <p:spPr>
          <a:xfrm>
            <a:off x="168365" y="6457950"/>
            <a:ext cx="703943" cy="365125"/>
          </a:xfrm>
          <a:prstGeom prst="rect">
            <a:avLst/>
          </a:prstGeom>
        </p:spPr>
        <p:txBody>
          <a:bodyPr vert="horz" lIns="0" tIns="45720" rIns="0" bIns="45720" rtlCol="0" anchor="ctr"/>
          <a:lstStyle>
            <a:defPPr>
              <a:defRPr lang="en-US"/>
            </a:defPPr>
            <a:lvl1pPr marL="0" algn="l" defTabSz="914400" rtl="0" eaLnBrk="1" latinLnBrk="0" hangingPunct="1">
              <a:defRPr sz="105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6616483-2A41-4A20-BD01-F9E46BA69A42}" type="slidenum">
              <a:rPr lang="en-US" smtClean="0">
                <a:solidFill>
                  <a:schemeClr val="accent1"/>
                </a:solidFill>
              </a:rPr>
              <a:pPr/>
              <a:t>‹#›</a:t>
            </a:fld>
            <a:endParaRPr lang="en-US" dirty="0">
              <a:solidFill>
                <a:schemeClr val="accent1"/>
              </a:solidFill>
            </a:endParaRPr>
          </a:p>
        </p:txBody>
      </p:sp>
      <p:sp>
        <p:nvSpPr>
          <p:cNvPr id="8" name="Title 7"/>
          <p:cNvSpPr>
            <a:spLocks noGrp="1"/>
          </p:cNvSpPr>
          <p:nvPr>
            <p:ph type="title"/>
          </p:nvPr>
        </p:nvSpPr>
        <p:spPr>
          <a:xfrm>
            <a:off x="520336" y="958092"/>
            <a:ext cx="9250362" cy="461665"/>
          </a:xfrm>
          <a:prstGeom prst="rect">
            <a:avLst/>
          </a:prstGeom>
        </p:spPr>
        <p:txBody>
          <a:bodyPr wrap="none" lIns="0" rIns="0" anchor="ctr">
            <a:noAutofit/>
          </a:bodyPr>
          <a:lstStyle>
            <a:lvl1pPr marL="0" algn="l" defTabSz="914400" rtl="0" eaLnBrk="1" latinLnBrk="0" hangingPunct="1">
              <a:lnSpc>
                <a:spcPct val="100000"/>
              </a:lnSpc>
              <a:spcBef>
                <a:spcPct val="0"/>
              </a:spcBef>
              <a:buNone/>
              <a:defRPr lang="en-US" sz="2400" b="0" kern="1200" baseline="0" dirty="0">
                <a:solidFill>
                  <a:schemeClr val="tx2"/>
                </a:solidFill>
                <a:latin typeface="+mj-lt"/>
                <a:ea typeface="+mj-ea"/>
                <a:cs typeface="+mj-cs"/>
              </a:defRPr>
            </a:lvl1pPr>
          </a:lstStyle>
          <a:p>
            <a:r>
              <a:rPr lang="en-US"/>
              <a:t>Click to edit Master title style</a:t>
            </a:r>
            <a:endParaRPr lang="en-US" dirty="0"/>
          </a:p>
        </p:txBody>
      </p:sp>
      <p:sp>
        <p:nvSpPr>
          <p:cNvPr id="3" name="Text Placeholder 2"/>
          <p:cNvSpPr>
            <a:spLocks noGrp="1"/>
          </p:cNvSpPr>
          <p:nvPr>
            <p:ph type="body" sz="quarter" idx="10"/>
          </p:nvPr>
        </p:nvSpPr>
        <p:spPr>
          <a:xfrm>
            <a:off x="520336" y="1772708"/>
            <a:ext cx="9561286" cy="4643211"/>
          </a:xfrm>
          <a:prstGeom prst="rect">
            <a:avLst/>
          </a:prstGeom>
        </p:spPr>
        <p:txBody>
          <a:bodyPr lIns="0" tIns="0" rIns="0" bIns="0"/>
          <a:lstStyle>
            <a:lvl1pPr marL="274320" indent="-274320" algn="l" defTabSz="914400" rtl="0" eaLnBrk="1" latinLnBrk="0" hangingPunct="1">
              <a:lnSpc>
                <a:spcPct val="100000"/>
              </a:lnSpc>
              <a:spcBef>
                <a:spcPts val="600"/>
              </a:spcBef>
              <a:spcAft>
                <a:spcPts val="600"/>
              </a:spcAft>
              <a:buFont typeface="Wingdings" panose="05000000000000000000" pitchFamily="2" charset="2"/>
              <a:buChar char="Ø"/>
              <a:defRPr lang="en-US" sz="1600" kern="1200" dirty="0" smtClean="0">
                <a:solidFill>
                  <a:srgbClr val="262626"/>
                </a:solidFill>
                <a:latin typeface="+mn-lt"/>
                <a:ea typeface="+mn-ea"/>
                <a:cs typeface="+mn-cs"/>
              </a:defRPr>
            </a:lvl1pPr>
            <a:lvl2pPr marL="548640" indent="-274320" algn="l" defTabSz="914400" rtl="0" eaLnBrk="1" latinLnBrk="0" hangingPunct="1">
              <a:lnSpc>
                <a:spcPct val="100000"/>
              </a:lnSpc>
              <a:spcBef>
                <a:spcPts val="600"/>
              </a:spcBef>
              <a:spcAft>
                <a:spcPts val="600"/>
              </a:spcAft>
              <a:buClr>
                <a:srgbClr val="1D1564"/>
              </a:buClr>
              <a:buSzPct val="75000"/>
              <a:buFont typeface="Wingdings" panose="05000000000000000000" pitchFamily="2" charset="2"/>
              <a:buChar char="v"/>
              <a:defRPr lang="en-US" sz="1600" kern="1200" dirty="0" smtClean="0">
                <a:solidFill>
                  <a:srgbClr val="262626"/>
                </a:solidFill>
                <a:latin typeface="+mn-lt"/>
                <a:ea typeface="+mn-ea"/>
                <a:cs typeface="+mn-cs"/>
              </a:defRPr>
            </a:lvl2pPr>
            <a:lvl3pPr marL="822960" indent="-274320" algn="l" defTabSz="914400" rtl="0" eaLnBrk="1" latinLnBrk="0" hangingPunct="1">
              <a:lnSpc>
                <a:spcPct val="100000"/>
              </a:lnSpc>
              <a:spcBef>
                <a:spcPts val="600"/>
              </a:spcBef>
              <a:spcAft>
                <a:spcPts val="600"/>
              </a:spcAft>
              <a:buClr>
                <a:srgbClr val="1D1564"/>
              </a:buClr>
              <a:buFont typeface="Wingdings" panose="05000000000000000000" pitchFamily="2" charset="2"/>
              <a:buChar char="§"/>
              <a:defRPr lang="en-US" sz="1600" kern="1200" dirty="0" smtClean="0">
                <a:solidFill>
                  <a:srgbClr val="262626"/>
                </a:solidFill>
                <a:latin typeface="+mn-lt"/>
                <a:ea typeface="+mn-ea"/>
                <a:cs typeface="+mn-cs"/>
              </a:defRPr>
            </a:lvl3pPr>
            <a:lvl4pPr marL="1097280" indent="-274320" algn="l" defTabSz="914400" rtl="0" eaLnBrk="1" latinLnBrk="0" hangingPunct="1">
              <a:lnSpc>
                <a:spcPct val="100000"/>
              </a:lnSpc>
              <a:spcBef>
                <a:spcPts val="600"/>
              </a:spcBef>
              <a:spcAft>
                <a:spcPts val="600"/>
              </a:spcAft>
              <a:buClr>
                <a:srgbClr val="1D1564"/>
              </a:buClr>
              <a:buFont typeface="Arial" panose="020B0604020202020204" pitchFamily="34" charset="0"/>
              <a:buChar char="•"/>
              <a:defRPr lang="en-US" sz="1600" kern="1200" dirty="0" smtClean="0">
                <a:solidFill>
                  <a:srgbClr val="262626"/>
                </a:solidFill>
                <a:latin typeface="+mn-lt"/>
                <a:ea typeface="+mn-ea"/>
                <a:cs typeface="+mn-cs"/>
              </a:defRPr>
            </a:lvl4pPr>
            <a:lvl5pPr marL="1371600" indent="-274320" algn="l" defTabSz="914400" rtl="0" eaLnBrk="1" latinLnBrk="0" hangingPunct="1">
              <a:lnSpc>
                <a:spcPct val="100000"/>
              </a:lnSpc>
              <a:spcBef>
                <a:spcPts val="600"/>
              </a:spcBef>
              <a:spcAft>
                <a:spcPts val="600"/>
              </a:spcAft>
              <a:buClr>
                <a:srgbClr val="1D1564"/>
              </a:buClr>
              <a:buFont typeface="Courier New" panose="02070309020205020404" pitchFamily="49" charset="0"/>
              <a:buChar char="o"/>
              <a:defRPr lang="en-US" sz="1600" kern="1200" dirty="0">
                <a:solidFill>
                  <a:srgbClr val="262626"/>
                </a:solidFill>
                <a:latin typeface="+mn-lt"/>
                <a:ea typeface="+mn-ea"/>
                <a:cs typeface="+mn-cs"/>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7" name="Picture 6">
            <a:extLst>
              <a:ext uri="{FF2B5EF4-FFF2-40B4-BE49-F238E27FC236}">
                <a16:creationId xmlns:a16="http://schemas.microsoft.com/office/drawing/2014/main" id="{218B1814-8187-604F-BB35-1ED23A564EF3}"/>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0610423" y="6217919"/>
            <a:ext cx="1348505" cy="451999"/>
          </a:xfrm>
          <a:prstGeom prst="rect">
            <a:avLst/>
          </a:prstGeom>
        </p:spPr>
      </p:pic>
      <p:pic>
        <p:nvPicPr>
          <p:cNvPr id="12" name="Picture 11">
            <a:extLst>
              <a:ext uri="{FF2B5EF4-FFF2-40B4-BE49-F238E27FC236}">
                <a16:creationId xmlns:a16="http://schemas.microsoft.com/office/drawing/2014/main" id="{F5F483BD-9067-A74B-9DE3-D4DBAEC41D42}"/>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rot="10800000" flipH="1">
            <a:off x="0" y="0"/>
            <a:ext cx="12192000" cy="6858000"/>
          </a:xfrm>
          <a:prstGeom prst="rect">
            <a:avLst/>
          </a:prstGeom>
        </p:spPr>
      </p:pic>
      <p:sp>
        <p:nvSpPr>
          <p:cNvPr id="13" name="Rectangle 12">
            <a:extLst>
              <a:ext uri="{FF2B5EF4-FFF2-40B4-BE49-F238E27FC236}">
                <a16:creationId xmlns:a16="http://schemas.microsoft.com/office/drawing/2014/main" id="{B641A0E5-B6BB-5A4E-A439-D3DE43390EB0}"/>
              </a:ext>
            </a:extLst>
          </p:cNvPr>
          <p:cNvSpPr/>
          <p:nvPr userDrawn="1"/>
        </p:nvSpPr>
        <p:spPr>
          <a:xfrm rot="10800000" flipH="1">
            <a:off x="0" y="1"/>
            <a:ext cx="12192000" cy="6984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989635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2_Title and Conten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B3303BC2-BE3B-E74E-8F32-DC9FE778E313}"/>
              </a:ext>
            </a:extLst>
          </p:cNvPr>
          <p:cNvSpPr/>
          <p:nvPr userDrawn="1"/>
        </p:nvSpPr>
        <p:spPr>
          <a:xfrm>
            <a:off x="0" y="6135624"/>
            <a:ext cx="12192000" cy="72237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2">
            <a:extLst>
              <a:ext uri="{FF2B5EF4-FFF2-40B4-BE49-F238E27FC236}">
                <a16:creationId xmlns:a16="http://schemas.microsoft.com/office/drawing/2014/main" id="{4C4CB8B0-BC73-F942-BB45-8581E54B431D}"/>
              </a:ext>
            </a:extLst>
          </p:cNvPr>
          <p:cNvSpPr txBox="1">
            <a:spLocks/>
          </p:cNvSpPr>
          <p:nvPr userDrawn="1"/>
        </p:nvSpPr>
        <p:spPr>
          <a:xfrm>
            <a:off x="168365" y="6457950"/>
            <a:ext cx="703943" cy="365125"/>
          </a:xfrm>
          <a:prstGeom prst="rect">
            <a:avLst/>
          </a:prstGeom>
        </p:spPr>
        <p:txBody>
          <a:bodyPr vert="horz" lIns="0" tIns="45720" rIns="0" bIns="45720" rtlCol="0" anchor="ctr"/>
          <a:lstStyle>
            <a:defPPr>
              <a:defRPr lang="en-US"/>
            </a:defPPr>
            <a:lvl1pPr marL="0" algn="l" defTabSz="914400" rtl="0" eaLnBrk="1" latinLnBrk="0" hangingPunct="1">
              <a:defRPr sz="105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6616483-2A41-4A20-BD01-F9E46BA69A42}" type="slidenum">
              <a:rPr lang="en-US" smtClean="0"/>
              <a:pPr/>
              <a:t>‹#›</a:t>
            </a:fld>
            <a:endParaRPr lang="en-US" dirty="0"/>
          </a:p>
        </p:txBody>
      </p:sp>
      <p:sp>
        <p:nvSpPr>
          <p:cNvPr id="8" name="Title 7"/>
          <p:cNvSpPr>
            <a:spLocks noGrp="1"/>
          </p:cNvSpPr>
          <p:nvPr>
            <p:ph type="title"/>
          </p:nvPr>
        </p:nvSpPr>
        <p:spPr>
          <a:xfrm>
            <a:off x="314552" y="333373"/>
            <a:ext cx="9250362" cy="461665"/>
          </a:xfrm>
          <a:prstGeom prst="rect">
            <a:avLst/>
          </a:prstGeom>
        </p:spPr>
        <p:txBody>
          <a:bodyPr wrap="none" lIns="0" rIns="0" anchor="ctr">
            <a:noAutofit/>
          </a:bodyPr>
          <a:lstStyle>
            <a:lvl1pPr marL="0" algn="l" defTabSz="914400" rtl="0" eaLnBrk="1" latinLnBrk="0" hangingPunct="1">
              <a:lnSpc>
                <a:spcPct val="100000"/>
              </a:lnSpc>
              <a:spcBef>
                <a:spcPct val="0"/>
              </a:spcBef>
              <a:buNone/>
              <a:defRPr lang="en-US" sz="2400" b="0" kern="1200" baseline="0" dirty="0">
                <a:solidFill>
                  <a:schemeClr val="tx2"/>
                </a:solidFill>
                <a:latin typeface="+mj-lt"/>
                <a:ea typeface="+mj-ea"/>
                <a:cs typeface="+mj-cs"/>
              </a:defRPr>
            </a:lvl1pPr>
          </a:lstStyle>
          <a:p>
            <a:r>
              <a:rPr lang="en-US"/>
              <a:t>Click to edit Master title style</a:t>
            </a:r>
            <a:endParaRPr lang="en-US" dirty="0"/>
          </a:p>
        </p:txBody>
      </p:sp>
      <p:sp>
        <p:nvSpPr>
          <p:cNvPr id="3" name="Text Placeholder 2"/>
          <p:cNvSpPr>
            <a:spLocks noGrp="1"/>
          </p:cNvSpPr>
          <p:nvPr>
            <p:ph type="body" sz="quarter" idx="10"/>
          </p:nvPr>
        </p:nvSpPr>
        <p:spPr>
          <a:xfrm>
            <a:off x="314552" y="1147989"/>
            <a:ext cx="9561286" cy="4643211"/>
          </a:xfrm>
          <a:prstGeom prst="rect">
            <a:avLst/>
          </a:prstGeom>
        </p:spPr>
        <p:txBody>
          <a:bodyPr lIns="0" tIns="0" rIns="0" bIns="0"/>
          <a:lstStyle>
            <a:lvl1pPr marL="274320" indent="-274320" algn="l" defTabSz="914400" rtl="0" eaLnBrk="1" latinLnBrk="0" hangingPunct="1">
              <a:lnSpc>
                <a:spcPct val="100000"/>
              </a:lnSpc>
              <a:spcBef>
                <a:spcPts val="600"/>
              </a:spcBef>
              <a:spcAft>
                <a:spcPts val="600"/>
              </a:spcAft>
              <a:buFont typeface="Wingdings" panose="05000000000000000000" pitchFamily="2" charset="2"/>
              <a:buChar char="Ø"/>
              <a:defRPr lang="en-US" sz="1600" kern="1200" dirty="0" smtClean="0">
                <a:solidFill>
                  <a:srgbClr val="262626"/>
                </a:solidFill>
                <a:latin typeface="+mn-lt"/>
                <a:ea typeface="+mn-ea"/>
                <a:cs typeface="+mn-cs"/>
              </a:defRPr>
            </a:lvl1pPr>
            <a:lvl2pPr marL="548640" indent="-274320" algn="l" defTabSz="914400" rtl="0" eaLnBrk="1" latinLnBrk="0" hangingPunct="1">
              <a:lnSpc>
                <a:spcPct val="100000"/>
              </a:lnSpc>
              <a:spcBef>
                <a:spcPts val="600"/>
              </a:spcBef>
              <a:spcAft>
                <a:spcPts val="600"/>
              </a:spcAft>
              <a:buClr>
                <a:srgbClr val="1D1564"/>
              </a:buClr>
              <a:buSzPct val="75000"/>
              <a:buFont typeface="Wingdings" panose="05000000000000000000" pitchFamily="2" charset="2"/>
              <a:buChar char="v"/>
              <a:defRPr lang="en-US" sz="1600" kern="1200" dirty="0" smtClean="0">
                <a:solidFill>
                  <a:srgbClr val="262626"/>
                </a:solidFill>
                <a:latin typeface="+mn-lt"/>
                <a:ea typeface="+mn-ea"/>
                <a:cs typeface="+mn-cs"/>
              </a:defRPr>
            </a:lvl2pPr>
            <a:lvl3pPr marL="822960" indent="-274320" algn="l" defTabSz="914400" rtl="0" eaLnBrk="1" latinLnBrk="0" hangingPunct="1">
              <a:lnSpc>
                <a:spcPct val="100000"/>
              </a:lnSpc>
              <a:spcBef>
                <a:spcPts val="600"/>
              </a:spcBef>
              <a:spcAft>
                <a:spcPts val="600"/>
              </a:spcAft>
              <a:buClr>
                <a:srgbClr val="1D1564"/>
              </a:buClr>
              <a:buFont typeface="Wingdings" panose="05000000000000000000" pitchFamily="2" charset="2"/>
              <a:buChar char="§"/>
              <a:defRPr lang="en-US" sz="1600" kern="1200" dirty="0" smtClean="0">
                <a:solidFill>
                  <a:srgbClr val="262626"/>
                </a:solidFill>
                <a:latin typeface="+mn-lt"/>
                <a:ea typeface="+mn-ea"/>
                <a:cs typeface="+mn-cs"/>
              </a:defRPr>
            </a:lvl3pPr>
            <a:lvl4pPr marL="1097280" indent="-274320" algn="l" defTabSz="914400" rtl="0" eaLnBrk="1" latinLnBrk="0" hangingPunct="1">
              <a:lnSpc>
                <a:spcPct val="100000"/>
              </a:lnSpc>
              <a:spcBef>
                <a:spcPts val="600"/>
              </a:spcBef>
              <a:spcAft>
                <a:spcPts val="600"/>
              </a:spcAft>
              <a:buClr>
                <a:srgbClr val="1D1564"/>
              </a:buClr>
              <a:buFont typeface="Arial" panose="020B0604020202020204" pitchFamily="34" charset="0"/>
              <a:buChar char="•"/>
              <a:defRPr lang="en-US" sz="1600" kern="1200" dirty="0" smtClean="0">
                <a:solidFill>
                  <a:srgbClr val="262626"/>
                </a:solidFill>
                <a:latin typeface="+mn-lt"/>
                <a:ea typeface="+mn-ea"/>
                <a:cs typeface="+mn-cs"/>
              </a:defRPr>
            </a:lvl4pPr>
            <a:lvl5pPr marL="1371600" indent="-274320" algn="l" defTabSz="914400" rtl="0" eaLnBrk="1" latinLnBrk="0" hangingPunct="1">
              <a:lnSpc>
                <a:spcPct val="100000"/>
              </a:lnSpc>
              <a:spcBef>
                <a:spcPts val="600"/>
              </a:spcBef>
              <a:spcAft>
                <a:spcPts val="600"/>
              </a:spcAft>
              <a:buClr>
                <a:srgbClr val="1D1564"/>
              </a:buClr>
              <a:buFont typeface="Courier New" panose="02070309020205020404" pitchFamily="49" charset="0"/>
              <a:buChar char="o"/>
              <a:defRPr lang="en-US" sz="1600" kern="1200" dirty="0">
                <a:solidFill>
                  <a:srgbClr val="262626"/>
                </a:solidFill>
                <a:latin typeface="+mn-lt"/>
                <a:ea typeface="+mn-ea"/>
                <a:cs typeface="+mn-cs"/>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9" name="Picture 8">
            <a:extLst>
              <a:ext uri="{FF2B5EF4-FFF2-40B4-BE49-F238E27FC236}">
                <a16:creationId xmlns:a16="http://schemas.microsoft.com/office/drawing/2014/main" id="{B2380843-F36E-1949-B9A3-F9B0FEC10BAE}"/>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0606677" y="6217919"/>
            <a:ext cx="1355998" cy="451999"/>
          </a:xfrm>
          <a:prstGeom prst="rect">
            <a:avLst/>
          </a:prstGeom>
        </p:spPr>
      </p:pic>
      <p:sp>
        <p:nvSpPr>
          <p:cNvPr id="2" name="Rectangle 1">
            <a:extLst>
              <a:ext uri="{FF2B5EF4-FFF2-40B4-BE49-F238E27FC236}">
                <a16:creationId xmlns:a16="http://schemas.microsoft.com/office/drawing/2014/main" id="{55439FC3-82D0-864B-805C-6103C617B7B8}"/>
              </a:ext>
            </a:extLst>
          </p:cNvPr>
          <p:cNvSpPr/>
          <p:nvPr userDrawn="1"/>
        </p:nvSpPr>
        <p:spPr>
          <a:xfrm>
            <a:off x="0" y="6788150"/>
            <a:ext cx="12192000" cy="6984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548550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userDrawn="1">
  <p:cSld name="3_Title Slide">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857"/>
            <a:ext cx="12188952" cy="6856285"/>
          </a:xfrm>
          <a:prstGeom prst="rect">
            <a:avLst/>
          </a:prstGeom>
        </p:spPr>
      </p:pic>
      <p:pic>
        <p:nvPicPr>
          <p:cNvPr id="4" name="Picture 3" descr="Logo&#10;&#10;Description automatically generated">
            <a:extLst>
              <a:ext uri="{FF2B5EF4-FFF2-40B4-BE49-F238E27FC236}">
                <a16:creationId xmlns:a16="http://schemas.microsoft.com/office/drawing/2014/main" id="{05EB7333-1EA9-C143-81E6-31F92E2FBCA8}"/>
              </a:ext>
            </a:extLst>
          </p:cNvPr>
          <p:cNvPicPr>
            <a:picLocks noChangeAspect="1"/>
          </p:cNvPicPr>
          <p:nvPr userDrawn="1"/>
        </p:nvPicPr>
        <p:blipFill>
          <a:blip r:embed="rId3"/>
          <a:stretch>
            <a:fillRect/>
          </a:stretch>
        </p:blipFill>
        <p:spPr>
          <a:xfrm>
            <a:off x="3321719" y="2947779"/>
            <a:ext cx="2881826" cy="962442"/>
          </a:xfrm>
          <a:prstGeom prst="rect">
            <a:avLst/>
          </a:prstGeom>
        </p:spPr>
      </p:pic>
    </p:spTree>
    <p:extLst>
      <p:ext uri="{BB962C8B-B14F-4D97-AF65-F5344CB8AC3E}">
        <p14:creationId xmlns:p14="http://schemas.microsoft.com/office/powerpoint/2010/main" val="35255189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6" name="Picture 5"/>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a:off x="10493829" y="5791200"/>
            <a:ext cx="1416269" cy="474787"/>
          </a:xfrm>
          <a:prstGeom prst="rect">
            <a:avLst/>
          </a:prstGeom>
        </p:spPr>
      </p:pic>
      <p:sp>
        <p:nvSpPr>
          <p:cNvPr id="2" name="Title Placeholder 1"/>
          <p:cNvSpPr>
            <a:spLocks noGrp="1"/>
          </p:cNvSpPr>
          <p:nvPr>
            <p:ph type="title"/>
          </p:nvPr>
        </p:nvSpPr>
        <p:spPr>
          <a:xfrm>
            <a:off x="314552" y="333373"/>
            <a:ext cx="9253728" cy="466344"/>
          </a:xfrm>
          <a:prstGeom prst="rect">
            <a:avLst/>
          </a:prstGeom>
        </p:spPr>
        <p:txBody>
          <a:bodyPr vert="horz" lIns="0" tIns="0" rIns="0" bIns="0" rtlCol="0" anchor="ctr">
            <a:normAutofit/>
          </a:bodyPr>
          <a:lstStyle/>
          <a:p>
            <a:r>
              <a:rPr lang="en-US"/>
              <a:t>Click to edit Master title style</a:t>
            </a:r>
            <a:endParaRPr lang="en-US" dirty="0"/>
          </a:p>
        </p:txBody>
      </p:sp>
      <p:sp>
        <p:nvSpPr>
          <p:cNvPr id="5" name="GS Doctop Placeholder" hidden="1"/>
          <p:cNvSpPr txBox="1"/>
          <p:nvPr userDrawn="1"/>
        </p:nvSpPr>
        <p:spPr>
          <a:xfrm>
            <a:off x="546100" y="0"/>
            <a:ext cx="5651500" cy="338554"/>
          </a:xfrm>
          <a:prstGeom prst="rect">
            <a:avLst/>
          </a:prstGeom>
          <a:noFill/>
        </p:spPr>
        <p:txBody>
          <a:bodyPr vert="horz" rtlCol="0">
            <a:spAutoFit/>
          </a:bodyPr>
          <a:lstStyle/>
          <a:p>
            <a:pPr algn="l"/>
            <a:r>
              <a:rPr lang="en-US" sz="800" b="0">
                <a:latin typeface="Arial" panose="020B0604020202020204" pitchFamily="34" charset="0"/>
              </a:rPr>
              <a:t>IBDROOT\PROJECTS\IBD-NY\VISTAS2020\657440_1\Due Diligence\Presentation\Project SYMPHONY_Oboe Diligence Materials_v06.pptx</a:t>
            </a:r>
            <a:endParaRPr lang="en-US" sz="800" b="0" dirty="0">
              <a:latin typeface="Arial" panose="020B0604020202020204" pitchFamily="34" charset="0"/>
            </a:endParaRPr>
          </a:p>
        </p:txBody>
      </p:sp>
      <p:sp>
        <p:nvSpPr>
          <p:cNvPr id="9" name="Text Placeholder 8"/>
          <p:cNvSpPr>
            <a:spLocks noGrp="1"/>
          </p:cNvSpPr>
          <p:nvPr>
            <p:ph type="body" idx="1"/>
          </p:nvPr>
        </p:nvSpPr>
        <p:spPr>
          <a:xfrm>
            <a:off x="314552" y="1147989"/>
            <a:ext cx="9561286" cy="4643211"/>
          </a:xfrm>
          <a:prstGeom prst="rect">
            <a:avLst/>
          </a:prstGeom>
        </p:spPr>
        <p:txBody>
          <a:bodyPr vert="horz" lIns="0" tIns="0" rIns="0" bIns="0" rtlCol="0">
            <a:normAutofit/>
          </a:bodyPr>
          <a:lstStyle/>
          <a:p>
            <a:pPr marL="274320" lvl="0" indent="-274320" algn="l" defTabSz="914400" rtl="0" eaLnBrk="1" latinLnBrk="0" hangingPunct="1">
              <a:lnSpc>
                <a:spcPct val="100000"/>
              </a:lnSpc>
              <a:spcBef>
                <a:spcPts val="600"/>
              </a:spcBef>
              <a:spcAft>
                <a:spcPts val="600"/>
              </a:spcAft>
              <a:buFont typeface="Wingdings" panose="05000000000000000000" pitchFamily="2" charset="2"/>
              <a:buChar char="Ø"/>
            </a:pPr>
            <a:r>
              <a:rPr lang="en-US" dirty="0"/>
              <a:t>Edit Master text styles</a:t>
            </a:r>
          </a:p>
          <a:p>
            <a:pPr marL="548640" lvl="1" indent="-274320" algn="l" defTabSz="914400" rtl="0" eaLnBrk="1" latinLnBrk="0" hangingPunct="1">
              <a:lnSpc>
                <a:spcPct val="100000"/>
              </a:lnSpc>
              <a:spcBef>
                <a:spcPts val="600"/>
              </a:spcBef>
              <a:spcAft>
                <a:spcPts val="600"/>
              </a:spcAft>
              <a:buClr>
                <a:srgbClr val="1D1564"/>
              </a:buClr>
              <a:buSzPct val="75000"/>
              <a:buFont typeface="Wingdings" panose="05000000000000000000" pitchFamily="2" charset="2"/>
              <a:buChar char="v"/>
            </a:pPr>
            <a:r>
              <a:rPr lang="en-US" dirty="0"/>
              <a:t>Second level</a:t>
            </a:r>
          </a:p>
          <a:p>
            <a:pPr marL="822960" lvl="2" indent="-274320" algn="l" defTabSz="914400" rtl="0" eaLnBrk="1" latinLnBrk="0" hangingPunct="1">
              <a:lnSpc>
                <a:spcPct val="100000"/>
              </a:lnSpc>
              <a:spcBef>
                <a:spcPts val="600"/>
              </a:spcBef>
              <a:spcAft>
                <a:spcPts val="600"/>
              </a:spcAft>
              <a:buClr>
                <a:srgbClr val="1D1564"/>
              </a:buClr>
              <a:buFont typeface="Wingdings" panose="05000000000000000000" pitchFamily="2" charset="2"/>
              <a:buChar char="§"/>
            </a:pPr>
            <a:r>
              <a:rPr lang="en-US" dirty="0"/>
              <a:t>Third level</a:t>
            </a:r>
          </a:p>
          <a:p>
            <a:pPr marL="1097280" lvl="3" indent="-274320" algn="l" defTabSz="914400" rtl="0" eaLnBrk="1" latinLnBrk="0" hangingPunct="1">
              <a:lnSpc>
                <a:spcPct val="100000"/>
              </a:lnSpc>
              <a:spcBef>
                <a:spcPts val="600"/>
              </a:spcBef>
              <a:spcAft>
                <a:spcPts val="600"/>
              </a:spcAft>
              <a:buClr>
                <a:srgbClr val="1D1564"/>
              </a:buClr>
              <a:buFont typeface="Arial" panose="020B0604020202020204" pitchFamily="34" charset="0"/>
              <a:buChar char="•"/>
            </a:pPr>
            <a:r>
              <a:rPr lang="en-US" dirty="0"/>
              <a:t>Fourth level</a:t>
            </a:r>
          </a:p>
          <a:p>
            <a:pPr marL="1371600" lvl="4" indent="-274320" algn="l" defTabSz="914400" rtl="0" eaLnBrk="1" latinLnBrk="0" hangingPunct="1">
              <a:lnSpc>
                <a:spcPct val="100000"/>
              </a:lnSpc>
              <a:spcBef>
                <a:spcPts val="600"/>
              </a:spcBef>
              <a:spcAft>
                <a:spcPts val="600"/>
              </a:spcAft>
              <a:buClr>
                <a:srgbClr val="1D1564"/>
              </a:buClr>
              <a:buFont typeface="Courier New" panose="02070309020205020404" pitchFamily="49" charset="0"/>
              <a:buChar char="o"/>
            </a:pPr>
            <a:r>
              <a:rPr lang="en-US" dirty="0"/>
              <a:t>Fifth level</a:t>
            </a:r>
          </a:p>
        </p:txBody>
      </p:sp>
      <p:sp>
        <p:nvSpPr>
          <p:cNvPr id="3" name="Slide Number Placeholder 2"/>
          <p:cNvSpPr>
            <a:spLocks noGrp="1"/>
          </p:cNvSpPr>
          <p:nvPr>
            <p:ph type="sldNum" sz="quarter" idx="4"/>
          </p:nvPr>
        </p:nvSpPr>
        <p:spPr>
          <a:xfrm>
            <a:off x="11161485" y="6356350"/>
            <a:ext cx="703943" cy="365125"/>
          </a:xfrm>
          <a:prstGeom prst="rect">
            <a:avLst/>
          </a:prstGeom>
        </p:spPr>
        <p:txBody>
          <a:bodyPr vert="horz" lIns="0" tIns="45720" rIns="0" bIns="45720" rtlCol="0" anchor="ctr"/>
          <a:lstStyle>
            <a:lvl1pPr algn="r">
              <a:defRPr sz="1200">
                <a:solidFill>
                  <a:schemeClr val="bg1"/>
                </a:solidFill>
                <a:latin typeface="+mj-lt"/>
              </a:defRPr>
            </a:lvl1pPr>
          </a:lstStyle>
          <a:p>
            <a:fld id="{46616483-2A41-4A20-BD01-F9E46BA69A42}" type="slidenum">
              <a:rPr lang="en-US" smtClean="0"/>
              <a:pPr/>
              <a:t>‹#›</a:t>
            </a:fld>
            <a:endParaRPr lang="en-US" dirty="0"/>
          </a:p>
        </p:txBody>
      </p:sp>
    </p:spTree>
    <p:extLst>
      <p:ext uri="{BB962C8B-B14F-4D97-AF65-F5344CB8AC3E}">
        <p14:creationId xmlns:p14="http://schemas.microsoft.com/office/powerpoint/2010/main" val="2845505242"/>
      </p:ext>
    </p:extLst>
  </p:cSld>
  <p:clrMap bg1="lt1" tx1="dk1" bg2="lt2" tx2="dk2" accent1="accent1" accent2="accent2" accent3="accent3" accent4="accent4" accent5="accent5" accent6="accent6" hlink="hlink" folHlink="folHlink"/>
  <p:sldLayoutIdLst>
    <p:sldLayoutId id="2147483726" r:id="rId1"/>
    <p:sldLayoutId id="2147483731" r:id="rId2"/>
    <p:sldLayoutId id="2147483727" r:id="rId3"/>
    <p:sldLayoutId id="2147483730" r:id="rId4"/>
    <p:sldLayoutId id="2147483728" r:id="rId5"/>
    <p:sldLayoutId id="2147483729" r:id="rId6"/>
    <p:sldLayoutId id="2147483732" r:id="rId7"/>
    <p:sldLayoutId id="2147483733" r:id="rId8"/>
    <p:sldLayoutId id="2147483734" r:id="rId9"/>
    <p:sldLayoutId id="2147483735" r:id="rId10"/>
  </p:sldLayoutIdLst>
  <p:hf hdr="0" ftr="0" dt="0"/>
  <p:txStyles>
    <p:titleStyle>
      <a:lvl1pPr marL="0" algn="l" defTabSz="914400" rtl="0" eaLnBrk="1" latinLnBrk="0" hangingPunct="1">
        <a:lnSpc>
          <a:spcPct val="100000"/>
        </a:lnSpc>
        <a:spcBef>
          <a:spcPct val="0"/>
        </a:spcBef>
        <a:buNone/>
        <a:defRPr lang="en-US" sz="2400" b="0" kern="1200" baseline="0" dirty="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Font typeface="Wingdings" panose="05000000000000000000" pitchFamily="2" charset="2"/>
        <a:buChar char="§"/>
        <a:defRPr lang="en-US" sz="1600" kern="1200" dirty="0" smtClean="0">
          <a:solidFill>
            <a:schemeClr val="tx1">
              <a:lumMod val="85000"/>
              <a:lumOff val="15000"/>
            </a:schemeClr>
          </a:solidFill>
          <a:latin typeface="+mn-lt"/>
          <a:ea typeface="+mn-ea"/>
          <a:cs typeface="+mn-cs"/>
        </a:defRPr>
      </a:lvl1pPr>
      <a:lvl2pPr marL="731520" indent="-457200" algn="l" defTabSz="914400" rtl="0" eaLnBrk="1" latinLnBrk="0" hangingPunct="1">
        <a:lnSpc>
          <a:spcPct val="90000"/>
        </a:lnSpc>
        <a:spcBef>
          <a:spcPts val="500"/>
        </a:spcBef>
        <a:buFont typeface="Wingdings" panose="05000000000000000000" pitchFamily="2" charset="2"/>
        <a:buChar char="§"/>
        <a:defRPr lang="en-US" sz="1600" kern="1200" dirty="0" smtClean="0">
          <a:solidFill>
            <a:schemeClr val="tx1">
              <a:lumMod val="85000"/>
              <a:lumOff val="15000"/>
            </a:schemeClr>
          </a:solidFill>
          <a:latin typeface="+mn-lt"/>
          <a:ea typeface="+mn-ea"/>
          <a:cs typeface="+mn-cs"/>
        </a:defRPr>
      </a:lvl2pPr>
      <a:lvl3pPr marL="834390" indent="-285750" algn="l" defTabSz="914400" rtl="0" eaLnBrk="1" latinLnBrk="0" hangingPunct="1">
        <a:lnSpc>
          <a:spcPct val="90000"/>
        </a:lnSpc>
        <a:spcBef>
          <a:spcPts val="500"/>
        </a:spcBef>
        <a:buFont typeface="Wingdings" panose="05000000000000000000" pitchFamily="2" charset="2"/>
        <a:buChar char="§"/>
        <a:defRPr lang="en-US" sz="1600" kern="1200" dirty="0" smtClean="0">
          <a:solidFill>
            <a:schemeClr val="tx1">
              <a:lumMod val="85000"/>
              <a:lumOff val="15000"/>
            </a:schemeClr>
          </a:solidFill>
          <a:latin typeface="+mn-lt"/>
          <a:ea typeface="+mn-ea"/>
          <a:cs typeface="+mn-cs"/>
        </a:defRPr>
      </a:lvl3pPr>
      <a:lvl4pPr marL="1108710" indent="-285750" algn="l" defTabSz="990600" rtl="0" eaLnBrk="1" latinLnBrk="0" hangingPunct="1">
        <a:lnSpc>
          <a:spcPct val="90000"/>
        </a:lnSpc>
        <a:spcBef>
          <a:spcPts val="500"/>
        </a:spcBef>
        <a:buFont typeface="Wingdings" panose="05000000000000000000" pitchFamily="2" charset="2"/>
        <a:buChar char="§"/>
        <a:defRPr lang="en-US" sz="1600" kern="1200" dirty="0" smtClean="0">
          <a:solidFill>
            <a:schemeClr val="tx1">
              <a:lumMod val="85000"/>
              <a:lumOff val="15000"/>
            </a:schemeClr>
          </a:solidFill>
          <a:latin typeface="+mn-lt"/>
          <a:ea typeface="+mn-ea"/>
          <a:cs typeface="+mn-cs"/>
        </a:defRPr>
      </a:lvl4pPr>
      <a:lvl5pPr marL="1440180" indent="-342900" algn="l" defTabSz="914400" rtl="0" eaLnBrk="1" latinLnBrk="0" hangingPunct="1">
        <a:lnSpc>
          <a:spcPct val="90000"/>
        </a:lnSpc>
        <a:spcBef>
          <a:spcPts val="500"/>
        </a:spcBef>
        <a:buFont typeface="Wingdings" panose="05000000000000000000" pitchFamily="2" charset="2"/>
        <a:buChar char="§"/>
        <a:defRPr lang="en-US" sz="1600" kern="1200" dirty="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3" userDrawn="1">
          <p15:clr>
            <a:srgbClr val="F26B43"/>
          </p15:clr>
        </p15:guide>
        <p15:guide id="3" orient="horz" pos="624" userDrawn="1">
          <p15:clr>
            <a:srgbClr val="F26B43"/>
          </p15:clr>
        </p15:guide>
        <p15:guide id="4" pos="6221" userDrawn="1">
          <p15:clr>
            <a:srgbClr val="F26B43"/>
          </p15:clr>
        </p15:guide>
        <p15:guide id="5" pos="189" userDrawn="1">
          <p15:clr>
            <a:srgbClr val="F26B43"/>
          </p15:clr>
        </p15:guide>
        <p15:guide id="6" orient="horz" pos="714" userDrawn="1">
          <p15:clr>
            <a:srgbClr val="F26B43"/>
          </p15:clr>
        </p15:guide>
        <p15:guide id="7" orient="horz" pos="3738" userDrawn="1">
          <p15:clr>
            <a:srgbClr val="F26B43"/>
          </p15:clr>
        </p15:guide>
        <p15:guide id="8" orient="horz" pos="3648"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99988432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F7F289D-2757-0342-BE5D-531BF0C679A0}"/>
              </a:ext>
            </a:extLst>
          </p:cNvPr>
          <p:cNvSpPr>
            <a:spLocks noGrp="1"/>
          </p:cNvSpPr>
          <p:nvPr>
            <p:ph type="body" sz="quarter" idx="10"/>
          </p:nvPr>
        </p:nvSpPr>
        <p:spPr>
          <a:xfrm>
            <a:off x="2299317" y="5049618"/>
            <a:ext cx="6978033" cy="495300"/>
          </a:xfrm>
        </p:spPr>
        <p:txBody>
          <a:bodyPr>
            <a:normAutofit/>
          </a:bodyPr>
          <a:lstStyle/>
          <a:p>
            <a:r>
              <a:rPr lang="en-IN" sz="3600" b="1" dirty="0" smtClean="0">
                <a:latin typeface="Calibri" panose="020F0502020204030204" pitchFamily="34" charset="0"/>
                <a:cs typeface="Calibri" panose="020F0502020204030204" pitchFamily="34" charset="0"/>
              </a:rPr>
              <a:t>Osteopathic - Section 7</a:t>
            </a:r>
            <a:endParaRPr lang="en-US" sz="3600"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43818982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3D67FF-75AE-4F22-8549-01C40EE1DF3C}"/>
              </a:ext>
            </a:extLst>
          </p:cNvPr>
          <p:cNvSpPr>
            <a:spLocks noGrp="1"/>
          </p:cNvSpPr>
          <p:nvPr>
            <p:ph type="title"/>
          </p:nvPr>
        </p:nvSpPr>
        <p:spPr/>
        <p:txBody>
          <a:bodyPr/>
          <a:lstStyle/>
          <a:p>
            <a:r>
              <a:rPr lang="en-IN" sz="3600" b="1" dirty="0">
                <a:latin typeface="Calibri" panose="020F0502020204030204" pitchFamily="34" charset="0"/>
                <a:cs typeface="Calibri" panose="020F0502020204030204" pitchFamily="34" charset="0"/>
              </a:rPr>
              <a:t>Objectives</a:t>
            </a:r>
            <a:endParaRPr lang="en-US" sz="3600" dirty="0"/>
          </a:p>
        </p:txBody>
      </p:sp>
      <p:sp>
        <p:nvSpPr>
          <p:cNvPr id="3" name="Text Placeholder 2">
            <a:extLst>
              <a:ext uri="{FF2B5EF4-FFF2-40B4-BE49-F238E27FC236}">
                <a16:creationId xmlns:a16="http://schemas.microsoft.com/office/drawing/2014/main" id="{B98F123B-625D-4706-99CC-8894E356DA91}"/>
              </a:ext>
            </a:extLst>
          </p:cNvPr>
          <p:cNvSpPr>
            <a:spLocks noGrp="1"/>
          </p:cNvSpPr>
          <p:nvPr>
            <p:ph type="body" sz="quarter" idx="10"/>
          </p:nvPr>
        </p:nvSpPr>
        <p:spPr/>
        <p:txBody>
          <a:bodyPr>
            <a:normAutofit/>
          </a:bodyPr>
          <a:lstStyle/>
          <a:p>
            <a:pPr lvl="3">
              <a:lnSpc>
                <a:spcPct val="200000"/>
              </a:lnSpc>
              <a:buFont typeface="Wingdings" panose="05000000000000000000" pitchFamily="2" charset="2"/>
              <a:buChar char="ü"/>
            </a:pPr>
            <a:r>
              <a:rPr lang="en-US" sz="2000" dirty="0" smtClean="0">
                <a:solidFill>
                  <a:srgbClr val="3A3838"/>
                </a:solidFill>
                <a:latin typeface="Calibri" panose="020F0502020204030204" pitchFamily="34" charset="0"/>
                <a:cs typeface="Calibri" panose="020F0502020204030204" pitchFamily="34" charset="0"/>
              </a:rPr>
              <a:t>Understanding section Osteopathic </a:t>
            </a:r>
            <a:endParaRPr lang="en-US" sz="2000" dirty="0">
              <a:solidFill>
                <a:srgbClr val="3A3838"/>
              </a:solidFill>
              <a:latin typeface="Calibri" panose="020F0502020204030204" pitchFamily="34" charset="0"/>
              <a:cs typeface="Calibri" panose="020F0502020204030204" pitchFamily="34" charset="0"/>
            </a:endParaRPr>
          </a:p>
          <a:p>
            <a:pPr lvl="3">
              <a:lnSpc>
                <a:spcPct val="200000"/>
              </a:lnSpc>
              <a:buFont typeface="Wingdings" panose="05000000000000000000" pitchFamily="2" charset="2"/>
              <a:buChar char="ü"/>
            </a:pPr>
            <a:r>
              <a:rPr lang="en-US" sz="2000" dirty="0" smtClean="0">
                <a:solidFill>
                  <a:srgbClr val="3A3838"/>
                </a:solidFill>
                <a:latin typeface="Calibri" panose="020F0502020204030204" pitchFamily="34" charset="0"/>
                <a:cs typeface="Calibri" panose="020F0502020204030204" pitchFamily="34" charset="0"/>
              </a:rPr>
              <a:t>Clinical </a:t>
            </a:r>
            <a:r>
              <a:rPr lang="en-US" sz="2000" dirty="0">
                <a:solidFill>
                  <a:srgbClr val="3A3838"/>
                </a:solidFill>
                <a:latin typeface="Calibri" panose="020F0502020204030204" pitchFamily="34" charset="0"/>
                <a:cs typeface="Calibri" panose="020F0502020204030204" pitchFamily="34" charset="0"/>
              </a:rPr>
              <a:t>examples for better understanding</a:t>
            </a:r>
          </a:p>
          <a:p>
            <a:pPr lvl="3">
              <a:lnSpc>
                <a:spcPct val="200000"/>
              </a:lnSpc>
              <a:buFont typeface="Wingdings" panose="05000000000000000000" pitchFamily="2" charset="2"/>
              <a:buChar char="ü"/>
            </a:pPr>
            <a:r>
              <a:rPr lang="en-US" sz="2000" dirty="0">
                <a:solidFill>
                  <a:srgbClr val="3A3838"/>
                </a:solidFill>
                <a:latin typeface="Calibri" panose="020F0502020204030204" pitchFamily="34" charset="0"/>
                <a:cs typeface="Calibri" panose="020F0502020204030204" pitchFamily="34" charset="0"/>
              </a:rPr>
              <a:t>Knowledge Check  </a:t>
            </a:r>
            <a:endParaRPr lang="en-US" sz="2000" dirty="0" smtClean="0">
              <a:solidFill>
                <a:srgbClr val="3A3838"/>
              </a:solidFill>
              <a:latin typeface="Calibri" panose="020F0502020204030204" pitchFamily="34" charset="0"/>
              <a:cs typeface="Calibri" panose="020F0502020204030204" pitchFamily="34" charset="0"/>
            </a:endParaRPr>
          </a:p>
          <a:p>
            <a:pPr lvl="3">
              <a:lnSpc>
                <a:spcPct val="200000"/>
              </a:lnSpc>
              <a:buFont typeface="Wingdings" panose="05000000000000000000" pitchFamily="2" charset="2"/>
              <a:buChar char="ü"/>
            </a:pPr>
            <a:r>
              <a:rPr lang="en-US" sz="2000" dirty="0" smtClean="0">
                <a:solidFill>
                  <a:srgbClr val="3A3838"/>
                </a:solidFill>
                <a:latin typeface="Calibri" panose="020F0502020204030204" pitchFamily="34" charset="0"/>
                <a:cs typeface="Calibri" panose="020F0502020204030204" pitchFamily="34" charset="0"/>
              </a:rPr>
              <a:t>Exercises</a:t>
            </a:r>
          </a:p>
          <a:p>
            <a:pPr lvl="3">
              <a:lnSpc>
                <a:spcPct val="200000"/>
              </a:lnSpc>
              <a:buFont typeface="Wingdings" panose="05000000000000000000" pitchFamily="2" charset="2"/>
              <a:buChar char="ü"/>
            </a:pPr>
            <a:endParaRPr lang="en-US" sz="2000" dirty="0" smtClean="0">
              <a:solidFill>
                <a:srgbClr val="3A383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82007699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3D67FF-75AE-4F22-8549-01C40EE1DF3C}"/>
              </a:ext>
            </a:extLst>
          </p:cNvPr>
          <p:cNvSpPr>
            <a:spLocks noGrp="1"/>
          </p:cNvSpPr>
          <p:nvPr>
            <p:ph type="title"/>
          </p:nvPr>
        </p:nvSpPr>
        <p:spPr>
          <a:xfrm>
            <a:off x="705394" y="333373"/>
            <a:ext cx="8859520" cy="461665"/>
          </a:xfrm>
        </p:spPr>
        <p:txBody>
          <a:bodyPr/>
          <a:lstStyle/>
          <a:p>
            <a:r>
              <a:rPr lang="en-IN" sz="3600" b="1" dirty="0" smtClean="0">
                <a:latin typeface="Calibri" panose="020F0502020204030204" pitchFamily="34" charset="0"/>
                <a:cs typeface="Calibri" panose="020F0502020204030204" pitchFamily="34" charset="0"/>
              </a:rPr>
              <a:t/>
            </a:r>
            <a:br>
              <a:rPr lang="en-IN" sz="3600" b="1" dirty="0" smtClean="0">
                <a:latin typeface="Calibri" panose="020F0502020204030204" pitchFamily="34" charset="0"/>
                <a:cs typeface="Calibri" panose="020F0502020204030204" pitchFamily="34" charset="0"/>
              </a:rPr>
            </a:br>
            <a:r>
              <a:rPr lang="en-IN" sz="3600" b="1" dirty="0">
                <a:latin typeface="Calibri" panose="020F0502020204030204" pitchFamily="34" charset="0"/>
                <a:cs typeface="Calibri" panose="020F0502020204030204" pitchFamily="34" charset="0"/>
              </a:rPr>
              <a:t>Osteopathic</a:t>
            </a:r>
            <a:r>
              <a:rPr lang="en-US" sz="3600" b="1" dirty="0">
                <a:latin typeface="Calibri" panose="020F0502020204030204" pitchFamily="34" charset="0"/>
                <a:cs typeface="Calibri" panose="020F0502020204030204" pitchFamily="34" charset="0"/>
              </a:rPr>
              <a:t/>
            </a:r>
            <a:br>
              <a:rPr lang="en-US" sz="3600" b="1" dirty="0">
                <a:latin typeface="Calibri" panose="020F0502020204030204" pitchFamily="34" charset="0"/>
                <a:cs typeface="Calibri" panose="020F0502020204030204" pitchFamily="34" charset="0"/>
              </a:rPr>
            </a:br>
            <a:endParaRPr lang="en-US" sz="3600" b="1" dirty="0">
              <a:latin typeface="Calibri" panose="020F0502020204030204" pitchFamily="34" charset="0"/>
              <a:cs typeface="Calibri" panose="020F0502020204030204" pitchFamily="34" charset="0"/>
            </a:endParaRPr>
          </a:p>
        </p:txBody>
      </p:sp>
      <p:sp>
        <p:nvSpPr>
          <p:cNvPr id="3" name="Text Placeholder 2">
            <a:extLst>
              <a:ext uri="{FF2B5EF4-FFF2-40B4-BE49-F238E27FC236}">
                <a16:creationId xmlns:a16="http://schemas.microsoft.com/office/drawing/2014/main" id="{B98F123B-625D-4706-99CC-8894E356DA91}"/>
              </a:ext>
            </a:extLst>
          </p:cNvPr>
          <p:cNvSpPr>
            <a:spLocks noGrp="1"/>
          </p:cNvSpPr>
          <p:nvPr>
            <p:ph type="body" sz="quarter" idx="10"/>
          </p:nvPr>
        </p:nvSpPr>
        <p:spPr>
          <a:xfrm>
            <a:off x="705394" y="1147989"/>
            <a:ext cx="10998926" cy="4643211"/>
          </a:xfrm>
        </p:spPr>
        <p:txBody>
          <a:bodyPr>
            <a:normAutofit/>
          </a:bodyPr>
          <a:lstStyle/>
          <a:p>
            <a:r>
              <a:rPr lang="en-US" sz="2000" dirty="0">
                <a:latin typeface="Calibri" panose="020F0502020204030204" pitchFamily="34" charset="0"/>
                <a:cs typeface="Calibri" panose="020F0502020204030204" pitchFamily="34" charset="0"/>
              </a:rPr>
              <a:t>Section 7, Osteopathic, is one of the smallest sections in ICD-10-PCS. There is a single body system, Anatomical Regions, and a single root operation, Treatment. </a:t>
            </a:r>
          </a:p>
          <a:p>
            <a:r>
              <a:rPr lang="en-US" sz="2000" dirty="0">
                <a:latin typeface="Calibri" panose="020F0502020204030204" pitchFamily="34" charset="0"/>
                <a:cs typeface="Calibri" panose="020F0502020204030204" pitchFamily="34" charset="0"/>
              </a:rPr>
              <a:t>The sixth-character methods such as Lymphatic Pump and Fascial Release are not explicitly defined in ICD-10-PCS, and rely on the standard definitions as used in this specialty. </a:t>
            </a:r>
          </a:p>
          <a:p>
            <a:pPr marL="0" indent="0">
              <a:buNone/>
            </a:pPr>
            <a:endParaRPr lang="en-US" sz="2000" dirty="0">
              <a:latin typeface="Calibri" panose="020F0502020204030204" pitchFamily="34" charset="0"/>
              <a:cs typeface="Calibri" panose="020F0502020204030204" pitchFamily="34" charset="0"/>
            </a:endParaRPr>
          </a:p>
          <a:p>
            <a:pPr>
              <a:buFont typeface="Wingdings" panose="05000000000000000000" pitchFamily="2" charset="2"/>
              <a:buChar char="v"/>
            </a:pPr>
            <a:endParaRPr lang="en-IN" sz="2500" dirty="0">
              <a:latin typeface="Calibri" panose="020F0502020204030204" pitchFamily="34" charset="0"/>
              <a:cs typeface="Calibri" panose="020F0502020204030204" pitchFamily="34" charset="0"/>
            </a:endParaRPr>
          </a:p>
          <a:p>
            <a:pPr>
              <a:buFont typeface="Wingdings" panose="05000000000000000000" pitchFamily="2" charset="2"/>
              <a:buChar char="v"/>
            </a:pPr>
            <a:endParaRPr lang="en-US" sz="25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18594304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3D67FF-75AE-4F22-8549-01C40EE1DF3C}"/>
              </a:ext>
            </a:extLst>
          </p:cNvPr>
          <p:cNvSpPr>
            <a:spLocks noGrp="1"/>
          </p:cNvSpPr>
          <p:nvPr>
            <p:ph type="title"/>
          </p:nvPr>
        </p:nvSpPr>
        <p:spPr>
          <a:xfrm>
            <a:off x="705394" y="333373"/>
            <a:ext cx="8859520" cy="461665"/>
          </a:xfrm>
        </p:spPr>
        <p:txBody>
          <a:bodyPr/>
          <a:lstStyle/>
          <a:p>
            <a:r>
              <a:rPr lang="en-IN" sz="3600" b="1" dirty="0" smtClean="0">
                <a:latin typeface="Calibri" panose="020F0502020204030204" pitchFamily="34" charset="0"/>
                <a:cs typeface="Calibri" panose="020F0502020204030204" pitchFamily="34" charset="0"/>
              </a:rPr>
              <a:t/>
            </a:r>
            <a:br>
              <a:rPr lang="en-IN" sz="3600" b="1" dirty="0" smtClean="0">
                <a:latin typeface="Calibri" panose="020F0502020204030204" pitchFamily="34" charset="0"/>
                <a:cs typeface="Calibri" panose="020F0502020204030204" pitchFamily="34" charset="0"/>
              </a:rPr>
            </a:br>
            <a:r>
              <a:rPr lang="en-IN" sz="3600" b="1" dirty="0" smtClean="0">
                <a:latin typeface="Calibri" panose="020F0502020204030204" pitchFamily="34" charset="0"/>
                <a:cs typeface="Calibri" panose="020F0502020204030204" pitchFamily="34" charset="0"/>
              </a:rPr>
              <a:t>Osteopathic-Treatment</a:t>
            </a:r>
            <a:r>
              <a:rPr lang="en-US" sz="3600" b="1" dirty="0">
                <a:latin typeface="Calibri" panose="020F0502020204030204" pitchFamily="34" charset="0"/>
                <a:cs typeface="Calibri" panose="020F0502020204030204" pitchFamily="34" charset="0"/>
              </a:rPr>
              <a:t/>
            </a:r>
            <a:br>
              <a:rPr lang="en-US" sz="3600" b="1" dirty="0">
                <a:latin typeface="Calibri" panose="020F0502020204030204" pitchFamily="34" charset="0"/>
                <a:cs typeface="Calibri" panose="020F0502020204030204" pitchFamily="34" charset="0"/>
              </a:rPr>
            </a:br>
            <a:endParaRPr lang="en-US" sz="3600" b="1" dirty="0">
              <a:latin typeface="Calibri" panose="020F0502020204030204" pitchFamily="34" charset="0"/>
              <a:cs typeface="Calibri" panose="020F0502020204030204" pitchFamily="34" charset="0"/>
            </a:endParaRPr>
          </a:p>
        </p:txBody>
      </p:sp>
      <p:sp>
        <p:nvSpPr>
          <p:cNvPr id="3" name="Text Placeholder 2">
            <a:extLst>
              <a:ext uri="{FF2B5EF4-FFF2-40B4-BE49-F238E27FC236}">
                <a16:creationId xmlns:a16="http://schemas.microsoft.com/office/drawing/2014/main" id="{B98F123B-625D-4706-99CC-8894E356DA91}"/>
              </a:ext>
            </a:extLst>
          </p:cNvPr>
          <p:cNvSpPr>
            <a:spLocks noGrp="1"/>
          </p:cNvSpPr>
          <p:nvPr>
            <p:ph type="body" sz="quarter" idx="10"/>
          </p:nvPr>
        </p:nvSpPr>
        <p:spPr>
          <a:xfrm>
            <a:off x="705394" y="1147989"/>
            <a:ext cx="10998926" cy="4643211"/>
          </a:xfrm>
        </p:spPr>
        <p:txBody>
          <a:bodyPr>
            <a:normAutofit/>
          </a:bodyPr>
          <a:lstStyle/>
          <a:p>
            <a:r>
              <a:rPr lang="en-US" sz="2000" dirty="0" smtClean="0">
                <a:latin typeface="Calibri" panose="020F0502020204030204" pitchFamily="34" charset="0"/>
                <a:cs typeface="Calibri" panose="020F0502020204030204" pitchFamily="34" charset="0"/>
              </a:rPr>
              <a:t>Treatment is defined as Manual </a:t>
            </a:r>
            <a:r>
              <a:rPr lang="en-US" sz="2000" dirty="0">
                <a:latin typeface="Calibri" panose="020F0502020204030204" pitchFamily="34" charset="0"/>
                <a:cs typeface="Calibri" panose="020F0502020204030204" pitchFamily="34" charset="0"/>
              </a:rPr>
              <a:t>treatment to eliminate or alleviate somatic dysfunction and related </a:t>
            </a:r>
            <a:r>
              <a:rPr lang="en-US" sz="2000" dirty="0" smtClean="0">
                <a:latin typeface="Calibri" panose="020F0502020204030204" pitchFamily="34" charset="0"/>
                <a:cs typeface="Calibri" panose="020F0502020204030204" pitchFamily="34" charset="0"/>
              </a:rPr>
              <a:t>disorders. </a:t>
            </a:r>
          </a:p>
          <a:p>
            <a:r>
              <a:rPr lang="en-US" sz="2000" dirty="0">
                <a:latin typeface="Calibri" panose="020F0502020204030204" pitchFamily="34" charset="0"/>
                <a:cs typeface="Calibri" panose="020F0502020204030204" pitchFamily="34" charset="0"/>
              </a:rPr>
              <a:t>Somatic dysfunction is a functional impairment and is defined as impaired or altered functions of related components of the somatic (body framework) system. It can include the musculoskeletal, nervous, or lymphatic systems. Somatic dysfunction occurs from a mechanical restriction first followed by an increase in muscle tone or </a:t>
            </a:r>
            <a:r>
              <a:rPr lang="en-US" sz="2000" dirty="0" smtClean="0">
                <a:latin typeface="Calibri" panose="020F0502020204030204" pitchFamily="34" charset="0"/>
                <a:cs typeface="Calibri" panose="020F0502020204030204" pitchFamily="34" charset="0"/>
              </a:rPr>
              <a:t>spasm. </a:t>
            </a:r>
            <a:endParaRPr lang="en-US" sz="2000" dirty="0">
              <a:latin typeface="Calibri" panose="020F0502020204030204" pitchFamily="34" charset="0"/>
              <a:cs typeface="Calibri" panose="020F0502020204030204" pitchFamily="34" charset="0"/>
            </a:endParaRPr>
          </a:p>
          <a:p>
            <a:r>
              <a:rPr lang="en-US" sz="2000" dirty="0" smtClean="0">
                <a:latin typeface="Calibri" panose="020F0502020204030204" pitchFamily="34" charset="0"/>
                <a:cs typeface="Calibri" panose="020F0502020204030204" pitchFamily="34" charset="0"/>
              </a:rPr>
              <a:t>Examples </a:t>
            </a:r>
            <a:r>
              <a:rPr lang="en-US" sz="2000" dirty="0">
                <a:latin typeface="Calibri" panose="020F0502020204030204" pitchFamily="34" charset="0"/>
                <a:cs typeface="Calibri" panose="020F0502020204030204" pitchFamily="34" charset="0"/>
              </a:rPr>
              <a:t>of osteopathic treatment are</a:t>
            </a:r>
            <a:r>
              <a:rPr lang="en-US" sz="2000" dirty="0" smtClean="0">
                <a:latin typeface="Calibri" panose="020F0502020204030204" pitchFamily="34" charset="0"/>
                <a:cs typeface="Calibri" panose="020F0502020204030204" pitchFamily="34" charset="0"/>
              </a:rPr>
              <a:t>:</a:t>
            </a:r>
          </a:p>
          <a:p>
            <a:pPr>
              <a:buFont typeface="Wingdings" panose="05000000000000000000" pitchFamily="2" charset="2"/>
              <a:buChar char="v"/>
            </a:pPr>
            <a:r>
              <a:rPr lang="en-US" sz="2000" dirty="0">
                <a:latin typeface="Calibri" panose="020F0502020204030204" pitchFamily="34" charset="0"/>
                <a:cs typeface="Calibri" panose="020F0502020204030204" pitchFamily="34" charset="0"/>
              </a:rPr>
              <a:t>Fascial </a:t>
            </a:r>
            <a:r>
              <a:rPr lang="en-US" sz="2000" dirty="0" smtClean="0">
                <a:latin typeface="Calibri" panose="020F0502020204030204" pitchFamily="34" charset="0"/>
                <a:cs typeface="Calibri" panose="020F0502020204030204" pitchFamily="34" charset="0"/>
              </a:rPr>
              <a:t>release</a:t>
            </a:r>
          </a:p>
          <a:p>
            <a:pPr>
              <a:buFont typeface="Wingdings" panose="05000000000000000000" pitchFamily="2" charset="2"/>
              <a:buChar char="v"/>
            </a:pPr>
            <a:r>
              <a:rPr lang="en-US" sz="2000" dirty="0" smtClean="0">
                <a:latin typeface="Calibri" panose="020F0502020204030204" pitchFamily="34" charset="0"/>
                <a:cs typeface="Calibri" panose="020F0502020204030204" pitchFamily="34" charset="0"/>
              </a:rPr>
              <a:t>Osteopathic </a:t>
            </a:r>
            <a:r>
              <a:rPr lang="en-US" sz="2000" dirty="0">
                <a:latin typeface="Calibri" panose="020F0502020204030204" pitchFamily="34" charset="0"/>
                <a:cs typeface="Calibri" panose="020F0502020204030204" pitchFamily="34" charset="0"/>
              </a:rPr>
              <a:t>treatment </a:t>
            </a:r>
            <a:endParaRPr lang="en-US" sz="2000" dirty="0" smtClean="0">
              <a:latin typeface="Calibri" panose="020F0502020204030204" pitchFamily="34" charset="0"/>
              <a:cs typeface="Calibri" panose="020F0502020204030204" pitchFamily="34" charset="0"/>
            </a:endParaRPr>
          </a:p>
          <a:p>
            <a:pPr>
              <a:buFont typeface="Wingdings" panose="05000000000000000000" pitchFamily="2" charset="2"/>
              <a:buChar char="v"/>
            </a:pPr>
            <a:r>
              <a:rPr lang="en-US" sz="2000" dirty="0">
                <a:latin typeface="Calibri" panose="020F0502020204030204" pitchFamily="34" charset="0"/>
                <a:cs typeface="Calibri" panose="020F0502020204030204" pitchFamily="34" charset="0"/>
              </a:rPr>
              <a:t>General osteopathic mobilization of </a:t>
            </a:r>
            <a:r>
              <a:rPr lang="en-US" sz="2000" dirty="0" smtClean="0">
                <a:latin typeface="Calibri" panose="020F0502020204030204" pitchFamily="34" charset="0"/>
                <a:cs typeface="Calibri" panose="020F0502020204030204" pitchFamily="34" charset="0"/>
              </a:rPr>
              <a:t>Extremities </a:t>
            </a:r>
          </a:p>
          <a:p>
            <a:pPr>
              <a:buFont typeface="Wingdings" panose="05000000000000000000" pitchFamily="2" charset="2"/>
              <a:buChar char="v"/>
            </a:pPr>
            <a:r>
              <a:rPr lang="en-US" sz="2000" dirty="0">
                <a:latin typeface="Calibri" panose="020F0502020204030204" pitchFamily="34" charset="0"/>
                <a:cs typeface="Calibri" panose="020F0502020204030204" pitchFamily="34" charset="0"/>
              </a:rPr>
              <a:t>Lymphatic pump osteopathic </a:t>
            </a:r>
            <a:r>
              <a:rPr lang="en-US" sz="2000" dirty="0" smtClean="0">
                <a:latin typeface="Calibri" panose="020F0502020204030204" pitchFamily="34" charset="0"/>
                <a:cs typeface="Calibri" panose="020F0502020204030204" pitchFamily="34" charset="0"/>
              </a:rPr>
              <a:t>treatment</a:t>
            </a:r>
            <a:endParaRPr lang="en-US" sz="2000" dirty="0">
              <a:latin typeface="Calibri" panose="020F0502020204030204" pitchFamily="34" charset="0"/>
              <a:cs typeface="Calibri" panose="020F0502020204030204" pitchFamily="34" charset="0"/>
            </a:endParaRPr>
          </a:p>
          <a:p>
            <a:pPr>
              <a:buFont typeface="Wingdings" panose="05000000000000000000" pitchFamily="2" charset="2"/>
              <a:buChar char="v"/>
            </a:pPr>
            <a:endParaRPr lang="en-US" sz="2000" dirty="0" smtClean="0">
              <a:latin typeface="Calibri" panose="020F0502020204030204" pitchFamily="34" charset="0"/>
              <a:cs typeface="Calibri" panose="020F0502020204030204" pitchFamily="34" charset="0"/>
            </a:endParaRPr>
          </a:p>
          <a:p>
            <a:pPr>
              <a:buFont typeface="Wingdings" panose="05000000000000000000" pitchFamily="2" charset="2"/>
              <a:buChar char="v"/>
            </a:pPr>
            <a:endParaRPr lang="en-US" sz="2000" b="1" dirty="0">
              <a:latin typeface="Calibri" panose="020F0502020204030204" pitchFamily="34" charset="0"/>
              <a:cs typeface="Calibri" panose="020F0502020204030204" pitchFamily="34" charset="0"/>
            </a:endParaRPr>
          </a:p>
          <a:p>
            <a:endParaRPr lang="en-US" sz="2000" dirty="0" smtClean="0">
              <a:latin typeface="Calibri" panose="020F0502020204030204" pitchFamily="34" charset="0"/>
              <a:cs typeface="Calibri" panose="020F0502020204030204" pitchFamily="34" charset="0"/>
            </a:endParaRPr>
          </a:p>
          <a:p>
            <a:pPr>
              <a:buFont typeface="Wingdings" panose="05000000000000000000" pitchFamily="2" charset="2"/>
              <a:buChar char="v"/>
            </a:pPr>
            <a:endParaRPr lang="en-US" sz="2000" dirty="0">
              <a:latin typeface="Calibri" panose="020F0502020204030204" pitchFamily="34" charset="0"/>
              <a:cs typeface="Calibri" panose="020F0502020204030204" pitchFamily="34" charset="0"/>
            </a:endParaRPr>
          </a:p>
          <a:p>
            <a:pPr>
              <a:buFont typeface="Wingdings" panose="05000000000000000000" pitchFamily="2" charset="2"/>
              <a:buChar char="v"/>
            </a:pPr>
            <a:endParaRPr lang="en-US" sz="2000" dirty="0">
              <a:latin typeface="Calibri" panose="020F0502020204030204" pitchFamily="34" charset="0"/>
              <a:cs typeface="Calibri" panose="020F0502020204030204" pitchFamily="34" charset="0"/>
            </a:endParaRPr>
          </a:p>
          <a:p>
            <a:pPr>
              <a:buFont typeface="Wingdings" panose="05000000000000000000" pitchFamily="2" charset="2"/>
              <a:buChar char="v"/>
            </a:pPr>
            <a:endParaRPr lang="en-IN" sz="2500" dirty="0">
              <a:latin typeface="Calibri" panose="020F0502020204030204" pitchFamily="34" charset="0"/>
              <a:cs typeface="Calibri" panose="020F0502020204030204" pitchFamily="34" charset="0"/>
            </a:endParaRPr>
          </a:p>
          <a:p>
            <a:pPr>
              <a:buFont typeface="Wingdings" panose="05000000000000000000" pitchFamily="2" charset="2"/>
              <a:buChar char="v"/>
            </a:pPr>
            <a:endParaRPr lang="en-US" sz="2500" dirty="0">
              <a:latin typeface="Calibri" panose="020F0502020204030204" pitchFamily="34" charset="0"/>
              <a:cs typeface="Calibri" panose="020F0502020204030204" pitchFamily="34" charset="0"/>
            </a:endParaRPr>
          </a:p>
        </p:txBody>
      </p:sp>
      <p:pic>
        <p:nvPicPr>
          <p:cNvPr id="4" name="Picture 3"/>
          <p:cNvPicPr>
            <a:picLocks noChangeAspect="1"/>
          </p:cNvPicPr>
          <p:nvPr/>
        </p:nvPicPr>
        <p:blipFill>
          <a:blip r:embed="rId2"/>
          <a:stretch>
            <a:fillRect/>
          </a:stretch>
        </p:blipFill>
        <p:spPr>
          <a:xfrm>
            <a:off x="6984138" y="3086100"/>
            <a:ext cx="3762375" cy="1600200"/>
          </a:xfrm>
          <a:prstGeom prst="rect">
            <a:avLst/>
          </a:prstGeom>
        </p:spPr>
      </p:pic>
      <p:sp>
        <p:nvSpPr>
          <p:cNvPr id="5" name="TextBox 4"/>
          <p:cNvSpPr txBox="1"/>
          <p:nvPr/>
        </p:nvSpPr>
        <p:spPr>
          <a:xfrm>
            <a:off x="7537270" y="4709414"/>
            <a:ext cx="3775164" cy="369332"/>
          </a:xfrm>
          <a:prstGeom prst="rect">
            <a:avLst/>
          </a:prstGeom>
          <a:noFill/>
        </p:spPr>
        <p:txBody>
          <a:bodyPr wrap="square" rtlCol="0">
            <a:spAutoFit/>
          </a:bodyPr>
          <a:lstStyle/>
          <a:p>
            <a:r>
              <a:rPr lang="en-US" b="1" dirty="0" smtClean="0">
                <a:latin typeface="Calibri" panose="020F0502020204030204" pitchFamily="34" charset="0"/>
                <a:cs typeface="Calibri" panose="020F0502020204030204" pitchFamily="34" charset="0"/>
              </a:rPr>
              <a:t>Myofascial release</a:t>
            </a:r>
            <a:endParaRPr lang="en-IN"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28054917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3D67FF-75AE-4F22-8549-01C40EE1DF3C}"/>
              </a:ext>
            </a:extLst>
          </p:cNvPr>
          <p:cNvSpPr>
            <a:spLocks noGrp="1"/>
          </p:cNvSpPr>
          <p:nvPr>
            <p:ph type="title"/>
          </p:nvPr>
        </p:nvSpPr>
        <p:spPr>
          <a:xfrm>
            <a:off x="705394" y="333373"/>
            <a:ext cx="8859520" cy="461665"/>
          </a:xfrm>
        </p:spPr>
        <p:txBody>
          <a:bodyPr/>
          <a:lstStyle/>
          <a:p>
            <a:r>
              <a:rPr lang="en-IN" sz="3600" b="1" dirty="0" smtClean="0">
                <a:latin typeface="Calibri" panose="020F0502020204030204" pitchFamily="34" charset="0"/>
                <a:cs typeface="Calibri" panose="020F0502020204030204" pitchFamily="34" charset="0"/>
              </a:rPr>
              <a:t/>
            </a:r>
            <a:br>
              <a:rPr lang="en-IN" sz="3600" b="1" dirty="0" smtClean="0">
                <a:latin typeface="Calibri" panose="020F0502020204030204" pitchFamily="34" charset="0"/>
                <a:cs typeface="Calibri" panose="020F0502020204030204" pitchFamily="34" charset="0"/>
              </a:rPr>
            </a:br>
            <a:r>
              <a:rPr lang="en-IN" sz="3600" b="1" dirty="0" smtClean="0">
                <a:latin typeface="Calibri" panose="020F0502020204030204" pitchFamily="34" charset="0"/>
                <a:cs typeface="Calibri" panose="020F0502020204030204" pitchFamily="34" charset="0"/>
              </a:rPr>
              <a:t>Osteopathic 7W0</a:t>
            </a:r>
            <a:r>
              <a:rPr lang="en-US" sz="3600" b="1" dirty="0">
                <a:latin typeface="Calibri" panose="020F0502020204030204" pitchFamily="34" charset="0"/>
                <a:cs typeface="Calibri" panose="020F0502020204030204" pitchFamily="34" charset="0"/>
              </a:rPr>
              <a:t/>
            </a:r>
            <a:br>
              <a:rPr lang="en-US" sz="3600" b="1" dirty="0">
                <a:latin typeface="Calibri" panose="020F0502020204030204" pitchFamily="34" charset="0"/>
                <a:cs typeface="Calibri" panose="020F0502020204030204" pitchFamily="34" charset="0"/>
              </a:rPr>
            </a:br>
            <a:endParaRPr lang="en-US" sz="3600" b="1" dirty="0">
              <a:latin typeface="Calibri" panose="020F0502020204030204" pitchFamily="34" charset="0"/>
              <a:cs typeface="Calibri" panose="020F0502020204030204" pitchFamily="34" charset="0"/>
            </a:endParaRPr>
          </a:p>
        </p:txBody>
      </p:sp>
      <p:sp>
        <p:nvSpPr>
          <p:cNvPr id="3" name="Text Placeholder 2">
            <a:extLst>
              <a:ext uri="{FF2B5EF4-FFF2-40B4-BE49-F238E27FC236}">
                <a16:creationId xmlns:a16="http://schemas.microsoft.com/office/drawing/2014/main" id="{B98F123B-625D-4706-99CC-8894E356DA91}"/>
              </a:ext>
            </a:extLst>
          </p:cNvPr>
          <p:cNvSpPr>
            <a:spLocks noGrp="1"/>
          </p:cNvSpPr>
          <p:nvPr>
            <p:ph type="body" sz="quarter" idx="10"/>
          </p:nvPr>
        </p:nvSpPr>
        <p:spPr>
          <a:xfrm>
            <a:off x="705394" y="1147989"/>
            <a:ext cx="10998926" cy="4643211"/>
          </a:xfrm>
        </p:spPr>
        <p:txBody>
          <a:bodyPr>
            <a:normAutofit/>
          </a:bodyPr>
          <a:lstStyle/>
          <a:p>
            <a:pPr>
              <a:buFont typeface="Wingdings" panose="05000000000000000000" pitchFamily="2" charset="2"/>
              <a:buChar char="v"/>
            </a:pPr>
            <a:r>
              <a:rPr lang="en-US" sz="2400" b="1" dirty="0" smtClean="0">
                <a:latin typeface="Calibri" panose="020F0502020204030204" pitchFamily="34" charset="0"/>
                <a:cs typeface="Calibri" panose="020F0502020204030204" pitchFamily="34" charset="0"/>
              </a:rPr>
              <a:t>Character meanings</a:t>
            </a:r>
            <a:endParaRPr lang="en-US" sz="2400" b="1" dirty="0" smtClean="0">
              <a:latin typeface="Calibri" panose="020F0502020204030204" pitchFamily="34" charset="0"/>
              <a:cs typeface="Calibri" panose="020F0502020204030204" pitchFamily="34" charset="0"/>
            </a:endParaRPr>
          </a:p>
          <a:p>
            <a:pPr>
              <a:buFont typeface="Wingdings" panose="05000000000000000000" pitchFamily="2" charset="2"/>
              <a:buChar char="v"/>
            </a:pPr>
            <a:endParaRPr lang="en-US" sz="2000" b="1" dirty="0">
              <a:latin typeface="Calibri" panose="020F0502020204030204" pitchFamily="34" charset="0"/>
              <a:cs typeface="Calibri" panose="020F0502020204030204" pitchFamily="34" charset="0"/>
            </a:endParaRPr>
          </a:p>
          <a:p>
            <a:endParaRPr lang="en-US" sz="2000" dirty="0" smtClean="0">
              <a:latin typeface="Calibri" panose="020F0502020204030204" pitchFamily="34" charset="0"/>
              <a:cs typeface="Calibri" panose="020F0502020204030204" pitchFamily="34" charset="0"/>
            </a:endParaRPr>
          </a:p>
          <a:p>
            <a:pPr>
              <a:buFont typeface="Wingdings" panose="05000000000000000000" pitchFamily="2" charset="2"/>
              <a:buChar char="v"/>
            </a:pPr>
            <a:endParaRPr lang="en-US" sz="2000" dirty="0">
              <a:latin typeface="Calibri" panose="020F0502020204030204" pitchFamily="34" charset="0"/>
              <a:cs typeface="Calibri" panose="020F0502020204030204" pitchFamily="34" charset="0"/>
            </a:endParaRPr>
          </a:p>
          <a:p>
            <a:pPr>
              <a:buFont typeface="Wingdings" panose="05000000000000000000" pitchFamily="2" charset="2"/>
              <a:buChar char="v"/>
            </a:pPr>
            <a:endParaRPr lang="en-US" sz="2000" dirty="0">
              <a:latin typeface="Calibri" panose="020F0502020204030204" pitchFamily="34" charset="0"/>
              <a:cs typeface="Calibri" panose="020F0502020204030204" pitchFamily="34" charset="0"/>
            </a:endParaRPr>
          </a:p>
          <a:p>
            <a:pPr>
              <a:buFont typeface="Wingdings" panose="05000000000000000000" pitchFamily="2" charset="2"/>
              <a:buChar char="v"/>
            </a:pPr>
            <a:endParaRPr lang="en-IN" sz="2500" dirty="0">
              <a:latin typeface="Calibri" panose="020F0502020204030204" pitchFamily="34" charset="0"/>
              <a:cs typeface="Calibri" panose="020F0502020204030204" pitchFamily="34" charset="0"/>
            </a:endParaRPr>
          </a:p>
          <a:p>
            <a:pPr>
              <a:buFont typeface="Wingdings" panose="05000000000000000000" pitchFamily="2" charset="2"/>
              <a:buChar char="v"/>
            </a:pPr>
            <a:endParaRPr lang="en-US" sz="2500" dirty="0">
              <a:latin typeface="Calibri" panose="020F0502020204030204" pitchFamily="34" charset="0"/>
              <a:cs typeface="Calibri" panose="020F0502020204030204" pitchFamily="34" charset="0"/>
            </a:endParaRPr>
          </a:p>
        </p:txBody>
      </p:sp>
      <p:pic>
        <p:nvPicPr>
          <p:cNvPr id="6" name="Picture 5"/>
          <p:cNvPicPr>
            <a:picLocks noChangeAspect="1"/>
          </p:cNvPicPr>
          <p:nvPr/>
        </p:nvPicPr>
        <p:blipFill>
          <a:blip r:embed="rId2"/>
          <a:stretch>
            <a:fillRect/>
          </a:stretch>
        </p:blipFill>
        <p:spPr>
          <a:xfrm>
            <a:off x="1182278" y="1974669"/>
            <a:ext cx="8876121" cy="3352800"/>
          </a:xfrm>
          <a:prstGeom prst="rect">
            <a:avLst/>
          </a:prstGeom>
        </p:spPr>
      </p:pic>
    </p:spTree>
    <p:extLst>
      <p:ext uri="{BB962C8B-B14F-4D97-AF65-F5344CB8AC3E}">
        <p14:creationId xmlns:p14="http://schemas.microsoft.com/office/powerpoint/2010/main" val="215706720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6206" y="333373"/>
            <a:ext cx="8898708" cy="461665"/>
          </a:xfrm>
        </p:spPr>
        <p:txBody>
          <a:bodyPr/>
          <a:lstStyle/>
          <a:p>
            <a:r>
              <a:rPr lang="en-IN" sz="3000" b="1" dirty="0">
                <a:latin typeface="Calibri" panose="020F0502020204030204" pitchFamily="34" charset="0"/>
                <a:cs typeface="Calibri" pitchFamily="34" charset="0"/>
              </a:rPr>
              <a:t>Clinical Example 1</a:t>
            </a:r>
            <a:endParaRPr lang="en-IN" sz="3000" dirty="0"/>
          </a:p>
        </p:txBody>
      </p:sp>
      <p:sp>
        <p:nvSpPr>
          <p:cNvPr id="3" name="Text Placeholder 2"/>
          <p:cNvSpPr>
            <a:spLocks noGrp="1"/>
          </p:cNvSpPr>
          <p:nvPr>
            <p:ph type="body" sz="quarter" idx="10"/>
          </p:nvPr>
        </p:nvSpPr>
        <p:spPr>
          <a:xfrm>
            <a:off x="666206" y="1018903"/>
            <a:ext cx="11142616" cy="4772298"/>
          </a:xfrm>
        </p:spPr>
        <p:txBody>
          <a:bodyPr>
            <a:normAutofit/>
          </a:bodyPr>
          <a:lstStyle/>
          <a:p>
            <a:r>
              <a:rPr lang="en-US" sz="2000" dirty="0" smtClean="0">
                <a:latin typeface="Calibri" panose="020F0502020204030204" pitchFamily="34" charset="0"/>
                <a:cs typeface="Calibri" panose="020F0502020204030204" pitchFamily="34" charset="0"/>
              </a:rPr>
              <a:t>Fascial </a:t>
            </a:r>
            <a:r>
              <a:rPr lang="en-US" sz="2000" dirty="0">
                <a:latin typeface="Calibri" panose="020F0502020204030204" pitchFamily="34" charset="0"/>
                <a:cs typeface="Calibri" panose="020F0502020204030204" pitchFamily="34" charset="0"/>
              </a:rPr>
              <a:t>release of abdomen, osteopathic treatment </a:t>
            </a:r>
            <a:endParaRPr lang="en-US" sz="2000" b="1" dirty="0">
              <a:latin typeface="Calibri" panose="020F0502020204030204" pitchFamily="34" charset="0"/>
              <a:cs typeface="Calibri" panose="020F0502020204030204" pitchFamily="34" charset="0"/>
            </a:endParaRPr>
          </a:p>
          <a:p>
            <a:r>
              <a:rPr lang="en-US" sz="2000" b="1" dirty="0" smtClean="0">
                <a:latin typeface="Calibri" panose="020F0502020204030204" pitchFamily="34" charset="0"/>
                <a:cs typeface="Calibri" panose="020F0502020204030204" pitchFamily="34" charset="0"/>
              </a:rPr>
              <a:t>Coding Navigation:</a:t>
            </a:r>
            <a:r>
              <a:rPr lang="en-US" sz="2000" dirty="0" smtClean="0">
                <a:latin typeface="Calibri" panose="020F0502020204030204" pitchFamily="34" charset="0"/>
                <a:cs typeface="Calibri" panose="020F0502020204030204" pitchFamily="34" charset="0"/>
              </a:rPr>
              <a:t>	</a:t>
            </a:r>
            <a:endParaRPr lang="en-IN" sz="2000" dirty="0">
              <a:latin typeface="Calibri" panose="020F0502020204030204" pitchFamily="34" charset="0"/>
              <a:cs typeface="Calibri" panose="020F0502020204030204" pitchFamily="34" charset="0"/>
            </a:endParaRPr>
          </a:p>
        </p:txBody>
      </p:sp>
      <p:pic>
        <p:nvPicPr>
          <p:cNvPr id="5" name="Picture 4"/>
          <p:cNvPicPr>
            <a:picLocks noChangeAspect="1"/>
          </p:cNvPicPr>
          <p:nvPr/>
        </p:nvPicPr>
        <p:blipFill>
          <a:blip r:embed="rId2"/>
          <a:stretch>
            <a:fillRect/>
          </a:stretch>
        </p:blipFill>
        <p:spPr>
          <a:xfrm>
            <a:off x="3062831" y="1566726"/>
            <a:ext cx="8576175" cy="4448339"/>
          </a:xfrm>
          <a:prstGeom prst="rect">
            <a:avLst/>
          </a:prstGeom>
        </p:spPr>
      </p:pic>
    </p:spTree>
    <p:extLst>
      <p:ext uri="{BB962C8B-B14F-4D97-AF65-F5344CB8AC3E}">
        <p14:creationId xmlns:p14="http://schemas.microsoft.com/office/powerpoint/2010/main" val="271221459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6206" y="333373"/>
            <a:ext cx="8898708" cy="461665"/>
          </a:xfrm>
        </p:spPr>
        <p:txBody>
          <a:bodyPr/>
          <a:lstStyle/>
          <a:p>
            <a:r>
              <a:rPr lang="en-IN" sz="3000" b="1" dirty="0">
                <a:latin typeface="Calibri" panose="020F0502020204030204" pitchFamily="34" charset="0"/>
                <a:cs typeface="Calibri" pitchFamily="34" charset="0"/>
              </a:rPr>
              <a:t>Clinical Example </a:t>
            </a:r>
            <a:r>
              <a:rPr lang="en-IN" sz="3000" b="1" dirty="0" smtClean="0">
                <a:latin typeface="Calibri" panose="020F0502020204030204" pitchFamily="34" charset="0"/>
                <a:cs typeface="Calibri" pitchFamily="34" charset="0"/>
              </a:rPr>
              <a:t>2</a:t>
            </a:r>
            <a:endParaRPr lang="en-IN" sz="3000" dirty="0"/>
          </a:p>
        </p:txBody>
      </p:sp>
      <p:sp>
        <p:nvSpPr>
          <p:cNvPr id="3" name="Text Placeholder 2"/>
          <p:cNvSpPr>
            <a:spLocks noGrp="1"/>
          </p:cNvSpPr>
          <p:nvPr>
            <p:ph type="body" sz="quarter" idx="10"/>
          </p:nvPr>
        </p:nvSpPr>
        <p:spPr>
          <a:xfrm>
            <a:off x="666206" y="1018903"/>
            <a:ext cx="11142616" cy="4772298"/>
          </a:xfrm>
        </p:spPr>
        <p:txBody>
          <a:bodyPr>
            <a:normAutofit/>
          </a:bodyPr>
          <a:lstStyle/>
          <a:p>
            <a:r>
              <a:rPr lang="en-US" sz="2000" dirty="0">
                <a:latin typeface="Calibri" panose="020F0502020204030204" pitchFamily="34" charset="0"/>
                <a:cs typeface="Calibri" panose="020F0502020204030204" pitchFamily="34" charset="0"/>
              </a:rPr>
              <a:t>General osteopathic mobilization of legs </a:t>
            </a:r>
            <a:endParaRPr lang="en-US" sz="2000" dirty="0" smtClean="0">
              <a:latin typeface="Calibri" panose="020F0502020204030204" pitchFamily="34" charset="0"/>
              <a:cs typeface="Calibri" panose="020F0502020204030204" pitchFamily="34" charset="0"/>
            </a:endParaRPr>
          </a:p>
          <a:p>
            <a:r>
              <a:rPr lang="en-US" sz="2000" b="1" dirty="0" smtClean="0">
                <a:latin typeface="Calibri" panose="020F0502020204030204" pitchFamily="34" charset="0"/>
                <a:cs typeface="Calibri" panose="020F0502020204030204" pitchFamily="34" charset="0"/>
              </a:rPr>
              <a:t>Coding Navigation:</a:t>
            </a:r>
            <a:r>
              <a:rPr lang="en-US" sz="2000" dirty="0" smtClean="0">
                <a:latin typeface="Calibri" panose="020F0502020204030204" pitchFamily="34" charset="0"/>
                <a:cs typeface="Calibri" panose="020F0502020204030204" pitchFamily="34" charset="0"/>
              </a:rPr>
              <a:t>	</a:t>
            </a:r>
            <a:endParaRPr lang="en-IN" sz="2000" dirty="0">
              <a:latin typeface="Calibri" panose="020F0502020204030204" pitchFamily="34" charset="0"/>
              <a:cs typeface="Calibri" panose="020F0502020204030204" pitchFamily="34" charset="0"/>
            </a:endParaRPr>
          </a:p>
        </p:txBody>
      </p:sp>
      <p:pic>
        <p:nvPicPr>
          <p:cNvPr id="4" name="Picture 3"/>
          <p:cNvPicPr>
            <a:picLocks noChangeAspect="1"/>
          </p:cNvPicPr>
          <p:nvPr/>
        </p:nvPicPr>
        <p:blipFill>
          <a:blip r:embed="rId2"/>
          <a:stretch>
            <a:fillRect/>
          </a:stretch>
        </p:blipFill>
        <p:spPr>
          <a:xfrm>
            <a:off x="3212510" y="1698171"/>
            <a:ext cx="8348119" cy="4093030"/>
          </a:xfrm>
          <a:prstGeom prst="rect">
            <a:avLst/>
          </a:prstGeom>
        </p:spPr>
      </p:pic>
    </p:spTree>
    <p:extLst>
      <p:ext uri="{BB962C8B-B14F-4D97-AF65-F5344CB8AC3E}">
        <p14:creationId xmlns:p14="http://schemas.microsoft.com/office/powerpoint/2010/main" val="122191435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600" b="1" dirty="0">
                <a:latin typeface="Calibri" pitchFamily="34" charset="0"/>
                <a:cs typeface="Calibri" pitchFamily="34" charset="0"/>
              </a:rPr>
              <a:t>Knowledge </a:t>
            </a:r>
            <a:r>
              <a:rPr lang="en-IN" sz="3600" b="1" dirty="0" smtClean="0">
                <a:latin typeface="Calibri" pitchFamily="34" charset="0"/>
                <a:cs typeface="Calibri" pitchFamily="34" charset="0"/>
              </a:rPr>
              <a:t>Check 1 </a:t>
            </a:r>
            <a:endParaRPr lang="en-IN" sz="3600" dirty="0"/>
          </a:p>
        </p:txBody>
      </p:sp>
      <p:sp>
        <p:nvSpPr>
          <p:cNvPr id="3" name="Text Placeholder 2"/>
          <p:cNvSpPr>
            <a:spLocks noGrp="1"/>
          </p:cNvSpPr>
          <p:nvPr>
            <p:ph type="body" sz="quarter" idx="10"/>
          </p:nvPr>
        </p:nvSpPr>
        <p:spPr>
          <a:xfrm>
            <a:off x="314552" y="1147989"/>
            <a:ext cx="11559948" cy="4834800"/>
          </a:xfrm>
        </p:spPr>
        <p:txBody>
          <a:bodyPr>
            <a:normAutofit/>
          </a:bodyPr>
          <a:lstStyle/>
          <a:p>
            <a:r>
              <a:rPr lang="en-US" sz="2000" dirty="0" smtClean="0">
                <a:latin typeface="Calibri" panose="020F0502020204030204" pitchFamily="34" charset="0"/>
                <a:cs typeface="Calibri" panose="020F0502020204030204" pitchFamily="34" charset="0"/>
              </a:rPr>
              <a:t>What is the code assignment </a:t>
            </a:r>
            <a:r>
              <a:rPr lang="en-US" sz="2000" dirty="0">
                <a:latin typeface="Calibri" panose="020F0502020204030204" pitchFamily="34" charset="0"/>
                <a:cs typeface="Calibri" panose="020F0502020204030204" pitchFamily="34" charset="0"/>
              </a:rPr>
              <a:t>for Isotonic muscle energy treatment of right leg? </a:t>
            </a:r>
          </a:p>
          <a:p>
            <a:r>
              <a:rPr lang="en-US" sz="2000" b="1" dirty="0" smtClean="0">
                <a:latin typeface="Calibri" pitchFamily="34" charset="0"/>
                <a:cs typeface="Calibri" pitchFamily="34" charset="0"/>
              </a:rPr>
              <a:t>Codes: </a:t>
            </a:r>
            <a:r>
              <a:rPr lang="en-US" sz="2000" b="1" dirty="0">
                <a:latin typeface="Calibri" pitchFamily="34" charset="0"/>
                <a:cs typeface="Calibri" pitchFamily="34" charset="0"/>
              </a:rPr>
              <a:t>7W06X8Z (Osteopathic Treatment of Lower Extremities using Muscle Energy-Isotonic Forces)</a:t>
            </a:r>
            <a:endParaRPr lang="en-IN" sz="2000" b="1" dirty="0">
              <a:latin typeface="Calibri" pitchFamily="34" charset="0"/>
              <a:cs typeface="Calibri" pitchFamily="34" charset="0"/>
            </a:endParaRPr>
          </a:p>
          <a:p>
            <a:pPr algn="just"/>
            <a:r>
              <a:rPr lang="en-IN" sz="2000" b="1" dirty="0" smtClean="0">
                <a:latin typeface="Calibri" pitchFamily="34" charset="0"/>
                <a:cs typeface="Calibri" pitchFamily="34" charset="0"/>
              </a:rPr>
              <a:t>Code </a:t>
            </a:r>
            <a:r>
              <a:rPr lang="en-IN" sz="2000" b="1" dirty="0">
                <a:latin typeface="Calibri" pitchFamily="34" charset="0"/>
                <a:cs typeface="Calibri" pitchFamily="34" charset="0"/>
              </a:rPr>
              <a:t>Navigation:</a:t>
            </a:r>
            <a:endParaRPr lang="en-IN" sz="2000" dirty="0">
              <a:solidFill>
                <a:srgbClr val="FF0000"/>
              </a:solidFill>
              <a:latin typeface="Calibri" panose="020F0502020204030204" pitchFamily="34" charset="0"/>
              <a:cs typeface="Calibri" panose="020F0502020204030204" pitchFamily="34" charset="0"/>
            </a:endParaRPr>
          </a:p>
          <a:p>
            <a:pPr marL="0" indent="0" algn="just">
              <a:buNone/>
            </a:pPr>
            <a:endParaRPr lang="en-US" sz="2000" dirty="0">
              <a:latin typeface="Calibri" panose="020F0502020204030204" pitchFamily="34" charset="0"/>
              <a:cs typeface="Calibri" panose="020F0502020204030204" pitchFamily="34" charset="0"/>
            </a:endParaRPr>
          </a:p>
          <a:p>
            <a:pPr marL="0" indent="0" algn="just">
              <a:buNone/>
            </a:pPr>
            <a:endParaRPr lang="en-US" sz="2000" dirty="0">
              <a:latin typeface="Calibri" panose="020F0502020204030204" pitchFamily="34" charset="0"/>
              <a:cs typeface="Calibri" panose="020F0502020204030204" pitchFamily="34" charset="0"/>
            </a:endParaRPr>
          </a:p>
        </p:txBody>
      </p:sp>
      <p:pic>
        <p:nvPicPr>
          <p:cNvPr id="5" name="Picture 4"/>
          <p:cNvPicPr>
            <a:picLocks noChangeAspect="1"/>
          </p:cNvPicPr>
          <p:nvPr/>
        </p:nvPicPr>
        <p:blipFill>
          <a:blip r:embed="rId2"/>
          <a:stretch>
            <a:fillRect/>
          </a:stretch>
        </p:blipFill>
        <p:spPr>
          <a:xfrm>
            <a:off x="2752861" y="2291579"/>
            <a:ext cx="7496175" cy="3476625"/>
          </a:xfrm>
          <a:prstGeom prst="rect">
            <a:avLst/>
          </a:prstGeom>
        </p:spPr>
      </p:pic>
    </p:spTree>
    <p:extLst>
      <p:ext uri="{BB962C8B-B14F-4D97-AF65-F5344CB8AC3E}">
        <p14:creationId xmlns:p14="http://schemas.microsoft.com/office/powerpoint/2010/main" val="64721934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600" b="1" dirty="0">
                <a:latin typeface="Calibri" pitchFamily="34" charset="0"/>
                <a:cs typeface="Calibri" pitchFamily="34" charset="0"/>
              </a:rPr>
              <a:t>Knowledge </a:t>
            </a:r>
            <a:r>
              <a:rPr lang="en-IN" sz="3600" b="1" dirty="0" smtClean="0">
                <a:latin typeface="Calibri" pitchFamily="34" charset="0"/>
                <a:cs typeface="Calibri" pitchFamily="34" charset="0"/>
              </a:rPr>
              <a:t>Check 2 </a:t>
            </a:r>
            <a:endParaRPr lang="en-IN" sz="3600" dirty="0"/>
          </a:p>
        </p:txBody>
      </p:sp>
      <p:sp>
        <p:nvSpPr>
          <p:cNvPr id="3" name="Text Placeholder 2"/>
          <p:cNvSpPr>
            <a:spLocks noGrp="1"/>
          </p:cNvSpPr>
          <p:nvPr>
            <p:ph type="body" sz="quarter" idx="10"/>
          </p:nvPr>
        </p:nvSpPr>
        <p:spPr>
          <a:xfrm>
            <a:off x="314552" y="927462"/>
            <a:ext cx="11369448" cy="5120641"/>
          </a:xfrm>
        </p:spPr>
        <p:txBody>
          <a:bodyPr>
            <a:noAutofit/>
          </a:bodyPr>
          <a:lstStyle/>
          <a:p>
            <a:r>
              <a:rPr lang="en-US" sz="2000" dirty="0" smtClean="0">
                <a:latin typeface="Calibri" panose="020F0502020204030204" pitchFamily="34" charset="0"/>
                <a:cs typeface="Calibri" panose="020F0502020204030204" pitchFamily="34" charset="0"/>
              </a:rPr>
              <a:t>What is </a:t>
            </a:r>
            <a:r>
              <a:rPr lang="en-US" sz="2000" dirty="0">
                <a:latin typeface="Calibri" panose="020F0502020204030204" pitchFamily="34" charset="0"/>
                <a:cs typeface="Calibri" panose="020F0502020204030204" pitchFamily="34" charset="0"/>
              </a:rPr>
              <a:t>the code assignment for Low velocity-high amplitude osteopathic treatment of </a:t>
            </a:r>
            <a:r>
              <a:rPr lang="en-US" sz="2000" dirty="0" smtClean="0">
                <a:latin typeface="Calibri" panose="020F0502020204030204" pitchFamily="34" charset="0"/>
                <a:cs typeface="Calibri" panose="020F0502020204030204" pitchFamily="34" charset="0"/>
              </a:rPr>
              <a:t>head? </a:t>
            </a:r>
            <a:endParaRPr lang="en-US" sz="2000" dirty="0">
              <a:latin typeface="Calibri" panose="020F0502020204030204" pitchFamily="34" charset="0"/>
              <a:cs typeface="Calibri" panose="020F0502020204030204" pitchFamily="34" charset="0"/>
            </a:endParaRPr>
          </a:p>
          <a:p>
            <a:r>
              <a:rPr lang="en-US" sz="2000" b="1" dirty="0" smtClean="0">
                <a:latin typeface="Calibri" panose="020F0502020204030204" pitchFamily="34" charset="0"/>
                <a:cs typeface="Calibri" panose="020F0502020204030204" pitchFamily="34" charset="0"/>
              </a:rPr>
              <a:t>Code</a:t>
            </a:r>
            <a:r>
              <a:rPr lang="en-US" sz="2000" b="1" dirty="0">
                <a:latin typeface="Calibri" panose="020F0502020204030204" pitchFamily="34" charset="0"/>
                <a:cs typeface="Calibri" panose="020F0502020204030204" pitchFamily="34" charset="0"/>
              </a:rPr>
              <a:t>: 7W00X5Z (Osteopathic Treatment of Head using Low Velocity-High Amplitude Forces)</a:t>
            </a:r>
          </a:p>
          <a:p>
            <a:pPr algn="just"/>
            <a:r>
              <a:rPr lang="en-IN" sz="2000" b="1" dirty="0" smtClean="0">
                <a:latin typeface="Calibri" pitchFamily="34" charset="0"/>
                <a:cs typeface="Calibri" pitchFamily="34" charset="0"/>
              </a:rPr>
              <a:t>Code Navigation:</a:t>
            </a:r>
            <a:endParaRPr lang="en-IN" sz="2000" dirty="0" smtClean="0">
              <a:solidFill>
                <a:srgbClr val="FF0000"/>
              </a:solidFill>
              <a:latin typeface="Calibri" panose="020F0502020204030204" pitchFamily="34" charset="0"/>
              <a:cs typeface="Calibri" panose="020F0502020204030204" pitchFamily="34" charset="0"/>
            </a:endParaRPr>
          </a:p>
          <a:p>
            <a:pPr marL="0" indent="0" algn="just">
              <a:buNone/>
            </a:pPr>
            <a:endParaRPr lang="en-IN" sz="2000" dirty="0" smtClean="0">
              <a:latin typeface="Calibri" panose="020F0502020204030204" pitchFamily="34" charset="0"/>
              <a:cs typeface="Calibri" panose="020F0502020204030204" pitchFamily="34" charset="0"/>
            </a:endParaRPr>
          </a:p>
          <a:p>
            <a:pPr algn="just"/>
            <a:endParaRPr lang="en-IN" sz="2000" dirty="0">
              <a:latin typeface="Calibri" panose="020F0502020204030204" pitchFamily="34" charset="0"/>
              <a:cs typeface="Calibri" panose="020F0502020204030204" pitchFamily="34" charset="0"/>
            </a:endParaRPr>
          </a:p>
        </p:txBody>
      </p:sp>
      <p:pic>
        <p:nvPicPr>
          <p:cNvPr id="5" name="Picture 4"/>
          <p:cNvPicPr>
            <a:picLocks noChangeAspect="1"/>
          </p:cNvPicPr>
          <p:nvPr/>
        </p:nvPicPr>
        <p:blipFill>
          <a:blip r:embed="rId2"/>
          <a:stretch>
            <a:fillRect/>
          </a:stretch>
        </p:blipFill>
        <p:spPr>
          <a:xfrm>
            <a:off x="2820624" y="2234429"/>
            <a:ext cx="7708039" cy="3590925"/>
          </a:xfrm>
          <a:prstGeom prst="rect">
            <a:avLst/>
          </a:prstGeom>
        </p:spPr>
      </p:pic>
    </p:spTree>
    <p:extLst>
      <p:ext uri="{BB962C8B-B14F-4D97-AF65-F5344CB8AC3E}">
        <p14:creationId xmlns:p14="http://schemas.microsoft.com/office/powerpoint/2010/main" val="256772388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600" b="1" dirty="0" smtClean="0">
                <a:latin typeface="Calibri" pitchFamily="34" charset="0"/>
                <a:cs typeface="Calibri" pitchFamily="34" charset="0"/>
              </a:rPr>
              <a:t>Exercise 1 </a:t>
            </a:r>
            <a:endParaRPr lang="en-IN" sz="3600" dirty="0"/>
          </a:p>
        </p:txBody>
      </p:sp>
      <p:sp>
        <p:nvSpPr>
          <p:cNvPr id="3" name="Text Placeholder 2"/>
          <p:cNvSpPr>
            <a:spLocks noGrp="1"/>
          </p:cNvSpPr>
          <p:nvPr>
            <p:ph type="body" sz="quarter" idx="10"/>
          </p:nvPr>
        </p:nvSpPr>
        <p:spPr>
          <a:xfrm>
            <a:off x="314552" y="927462"/>
            <a:ext cx="11369448" cy="5120641"/>
          </a:xfrm>
        </p:spPr>
        <p:txBody>
          <a:bodyPr>
            <a:noAutofit/>
          </a:bodyPr>
          <a:lstStyle/>
          <a:p>
            <a:r>
              <a:rPr lang="en-US" sz="2000" dirty="0" smtClean="0">
                <a:latin typeface="Calibri" panose="020F0502020204030204" pitchFamily="34" charset="0"/>
                <a:cs typeface="Calibri" panose="020F0502020204030204" pitchFamily="34" charset="0"/>
              </a:rPr>
              <a:t>What </a:t>
            </a:r>
            <a:r>
              <a:rPr lang="en-US" sz="2000" dirty="0">
                <a:latin typeface="Calibri" panose="020F0502020204030204" pitchFamily="34" charset="0"/>
                <a:cs typeface="Calibri" panose="020F0502020204030204" pitchFamily="34" charset="0"/>
              </a:rPr>
              <a:t>is the code assignment for Lymphatic pump osteopathic treatment of left axilla?</a:t>
            </a:r>
          </a:p>
          <a:p>
            <a:r>
              <a:rPr lang="en-US" sz="2000" b="1" dirty="0" smtClean="0">
                <a:latin typeface="Calibri" panose="020F0502020204030204" pitchFamily="34" charset="0"/>
                <a:cs typeface="Calibri" panose="020F0502020204030204" pitchFamily="34" charset="0"/>
              </a:rPr>
              <a:t>Code</a:t>
            </a:r>
            <a:r>
              <a:rPr lang="en-US" sz="2000" b="1" dirty="0">
                <a:latin typeface="Calibri" panose="020F0502020204030204" pitchFamily="34" charset="0"/>
                <a:cs typeface="Calibri" panose="020F0502020204030204" pitchFamily="34" charset="0"/>
              </a:rPr>
              <a:t>: 7W07X6Z (Osteopathic Treatment of Upper Extremities using Lymphatic Pump)</a:t>
            </a:r>
          </a:p>
          <a:p>
            <a:pPr algn="just"/>
            <a:r>
              <a:rPr lang="en-IN" sz="2000" b="1" dirty="0" smtClean="0">
                <a:latin typeface="Calibri" pitchFamily="34" charset="0"/>
                <a:cs typeface="Calibri" pitchFamily="34" charset="0"/>
              </a:rPr>
              <a:t>Code Navigation:</a:t>
            </a:r>
            <a:endParaRPr lang="en-IN" sz="2000" dirty="0" smtClean="0">
              <a:solidFill>
                <a:srgbClr val="FF0000"/>
              </a:solidFill>
              <a:latin typeface="Calibri" panose="020F0502020204030204" pitchFamily="34" charset="0"/>
              <a:cs typeface="Calibri" panose="020F0502020204030204" pitchFamily="34" charset="0"/>
            </a:endParaRPr>
          </a:p>
          <a:p>
            <a:pPr marL="0" indent="0" algn="just">
              <a:buNone/>
            </a:pPr>
            <a:endParaRPr lang="en-IN" sz="2000" dirty="0" smtClean="0">
              <a:latin typeface="Calibri" panose="020F0502020204030204" pitchFamily="34" charset="0"/>
              <a:cs typeface="Calibri" panose="020F0502020204030204" pitchFamily="34" charset="0"/>
            </a:endParaRPr>
          </a:p>
          <a:p>
            <a:pPr algn="just"/>
            <a:endParaRPr lang="en-IN" sz="2000" dirty="0">
              <a:latin typeface="Calibri" panose="020F0502020204030204" pitchFamily="34" charset="0"/>
              <a:cs typeface="Calibri" panose="020F0502020204030204" pitchFamily="34" charset="0"/>
            </a:endParaRPr>
          </a:p>
        </p:txBody>
      </p:sp>
      <p:pic>
        <p:nvPicPr>
          <p:cNvPr id="4" name="Picture 3"/>
          <p:cNvPicPr>
            <a:picLocks noChangeAspect="1"/>
          </p:cNvPicPr>
          <p:nvPr/>
        </p:nvPicPr>
        <p:blipFill>
          <a:blip r:embed="rId2"/>
          <a:stretch>
            <a:fillRect/>
          </a:stretch>
        </p:blipFill>
        <p:spPr>
          <a:xfrm>
            <a:off x="2568756" y="2157140"/>
            <a:ext cx="7524750" cy="3667125"/>
          </a:xfrm>
          <a:prstGeom prst="rect">
            <a:avLst/>
          </a:prstGeom>
        </p:spPr>
      </p:pic>
    </p:spTree>
    <p:extLst>
      <p:ext uri="{BB962C8B-B14F-4D97-AF65-F5344CB8AC3E}">
        <p14:creationId xmlns:p14="http://schemas.microsoft.com/office/powerpoint/2010/main" val="364967781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600" b="1" dirty="0" smtClean="0">
                <a:latin typeface="Calibri" pitchFamily="34" charset="0"/>
                <a:cs typeface="Calibri" pitchFamily="34" charset="0"/>
              </a:rPr>
              <a:t>Exercise 2 </a:t>
            </a:r>
            <a:endParaRPr lang="en-IN" sz="3600" dirty="0"/>
          </a:p>
        </p:txBody>
      </p:sp>
      <p:sp>
        <p:nvSpPr>
          <p:cNvPr id="3" name="Text Placeholder 2"/>
          <p:cNvSpPr>
            <a:spLocks noGrp="1"/>
          </p:cNvSpPr>
          <p:nvPr>
            <p:ph type="body" sz="quarter" idx="10"/>
          </p:nvPr>
        </p:nvSpPr>
        <p:spPr>
          <a:xfrm>
            <a:off x="314552" y="927462"/>
            <a:ext cx="11369448" cy="5120641"/>
          </a:xfrm>
        </p:spPr>
        <p:txBody>
          <a:bodyPr>
            <a:noAutofit/>
          </a:bodyPr>
          <a:lstStyle/>
          <a:p>
            <a:r>
              <a:rPr lang="en-US" sz="2000" dirty="0" smtClean="0">
                <a:latin typeface="Calibri" panose="020F0502020204030204" pitchFamily="34" charset="0"/>
                <a:cs typeface="Calibri" panose="020F0502020204030204" pitchFamily="34" charset="0"/>
              </a:rPr>
              <a:t>What </a:t>
            </a:r>
            <a:r>
              <a:rPr lang="en-US" sz="2000" dirty="0">
                <a:latin typeface="Calibri" panose="020F0502020204030204" pitchFamily="34" charset="0"/>
                <a:cs typeface="Calibri" panose="020F0502020204030204" pitchFamily="34" charset="0"/>
              </a:rPr>
              <a:t>is the </a:t>
            </a:r>
            <a:r>
              <a:rPr lang="en-US" sz="2000" dirty="0" smtClean="0">
                <a:latin typeface="Calibri" panose="020F0502020204030204" pitchFamily="34" charset="0"/>
                <a:cs typeface="Calibri" panose="020F0502020204030204" pitchFamily="34" charset="0"/>
              </a:rPr>
              <a:t>code assignment for Indirect osteopathic treatment of sacrum?</a:t>
            </a:r>
          </a:p>
          <a:p>
            <a:r>
              <a:rPr lang="en-US" sz="2000" b="1" dirty="0" smtClean="0">
                <a:latin typeface="Calibri" panose="020F0502020204030204" pitchFamily="34" charset="0"/>
                <a:cs typeface="Calibri" panose="020F0502020204030204" pitchFamily="34" charset="0"/>
              </a:rPr>
              <a:t>Code: </a:t>
            </a:r>
            <a:r>
              <a:rPr lang="en-IN" sz="2000" b="1" dirty="0">
                <a:latin typeface="Calibri" panose="020F0502020204030204" pitchFamily="34" charset="0"/>
                <a:cs typeface="Calibri" panose="020F0502020204030204" pitchFamily="34" charset="0"/>
              </a:rPr>
              <a:t>7W04X4Z </a:t>
            </a:r>
            <a:r>
              <a:rPr lang="en-US" sz="2000" b="1" dirty="0">
                <a:latin typeface="Calibri" panose="020F0502020204030204" pitchFamily="34" charset="0"/>
                <a:cs typeface="Calibri" panose="020F0502020204030204" pitchFamily="34" charset="0"/>
              </a:rPr>
              <a:t>(Osteopathic Treatment of Sacrum using Indirect Forces)</a:t>
            </a:r>
          </a:p>
          <a:p>
            <a:pPr algn="just"/>
            <a:r>
              <a:rPr lang="en-IN" sz="2000" b="1" dirty="0" smtClean="0">
                <a:latin typeface="Calibri" pitchFamily="34" charset="0"/>
                <a:cs typeface="Calibri" pitchFamily="34" charset="0"/>
              </a:rPr>
              <a:t>Code Navigation:</a:t>
            </a:r>
            <a:endParaRPr lang="en-IN" sz="2000" dirty="0" smtClean="0">
              <a:solidFill>
                <a:srgbClr val="FF0000"/>
              </a:solidFill>
              <a:latin typeface="Calibri" panose="020F0502020204030204" pitchFamily="34" charset="0"/>
              <a:cs typeface="Calibri" panose="020F0502020204030204" pitchFamily="34" charset="0"/>
            </a:endParaRPr>
          </a:p>
          <a:p>
            <a:pPr marL="0" indent="0" algn="just">
              <a:buNone/>
            </a:pPr>
            <a:endParaRPr lang="en-IN" sz="2000" dirty="0" smtClean="0">
              <a:latin typeface="Calibri" panose="020F0502020204030204" pitchFamily="34" charset="0"/>
              <a:cs typeface="Calibri" panose="020F0502020204030204" pitchFamily="34" charset="0"/>
            </a:endParaRPr>
          </a:p>
          <a:p>
            <a:pPr algn="just"/>
            <a:endParaRPr lang="en-IN" sz="2000" dirty="0">
              <a:latin typeface="Calibri" panose="020F0502020204030204" pitchFamily="34" charset="0"/>
              <a:cs typeface="Calibri" panose="020F0502020204030204" pitchFamily="34" charset="0"/>
            </a:endParaRPr>
          </a:p>
        </p:txBody>
      </p:sp>
      <p:pic>
        <p:nvPicPr>
          <p:cNvPr id="5" name="Picture 4"/>
          <p:cNvPicPr>
            <a:picLocks noChangeAspect="1"/>
          </p:cNvPicPr>
          <p:nvPr/>
        </p:nvPicPr>
        <p:blipFill>
          <a:blip r:embed="rId2"/>
          <a:stretch>
            <a:fillRect/>
          </a:stretch>
        </p:blipFill>
        <p:spPr>
          <a:xfrm>
            <a:off x="2763611" y="1993174"/>
            <a:ext cx="7448550" cy="3733800"/>
          </a:xfrm>
          <a:prstGeom prst="rect">
            <a:avLst/>
          </a:prstGeom>
        </p:spPr>
      </p:pic>
    </p:spTree>
    <p:extLst>
      <p:ext uri="{BB962C8B-B14F-4D97-AF65-F5344CB8AC3E}">
        <p14:creationId xmlns:p14="http://schemas.microsoft.com/office/powerpoint/2010/main" val="337871758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600" b="1" dirty="0" smtClean="0">
                <a:latin typeface="Calibri" pitchFamily="34" charset="0"/>
                <a:cs typeface="Calibri" pitchFamily="34" charset="0"/>
              </a:rPr>
              <a:t>Exercise 3 </a:t>
            </a:r>
            <a:endParaRPr lang="en-IN" sz="3600" dirty="0"/>
          </a:p>
        </p:txBody>
      </p:sp>
      <p:sp>
        <p:nvSpPr>
          <p:cNvPr id="3" name="Text Placeholder 2"/>
          <p:cNvSpPr>
            <a:spLocks noGrp="1"/>
          </p:cNvSpPr>
          <p:nvPr>
            <p:ph type="body" sz="quarter" idx="10"/>
          </p:nvPr>
        </p:nvSpPr>
        <p:spPr>
          <a:xfrm>
            <a:off x="314552" y="927462"/>
            <a:ext cx="11369448" cy="5120641"/>
          </a:xfrm>
        </p:spPr>
        <p:txBody>
          <a:bodyPr>
            <a:noAutofit/>
          </a:bodyPr>
          <a:lstStyle/>
          <a:p>
            <a:r>
              <a:rPr lang="en-US" sz="2000" dirty="0" smtClean="0">
                <a:latin typeface="Calibri" panose="020F0502020204030204" pitchFamily="34" charset="0"/>
                <a:cs typeface="Calibri" panose="020F0502020204030204" pitchFamily="34" charset="0"/>
              </a:rPr>
              <a:t>What </a:t>
            </a:r>
            <a:r>
              <a:rPr lang="en-US" sz="2000" dirty="0">
                <a:latin typeface="Calibri" panose="020F0502020204030204" pitchFamily="34" charset="0"/>
                <a:cs typeface="Calibri" panose="020F0502020204030204" pitchFamily="34" charset="0"/>
              </a:rPr>
              <a:t>is the </a:t>
            </a:r>
            <a:r>
              <a:rPr lang="en-US" sz="2000" dirty="0" smtClean="0">
                <a:latin typeface="Calibri" panose="020F0502020204030204" pitchFamily="34" charset="0"/>
                <a:cs typeface="Calibri" panose="020F0502020204030204" pitchFamily="34" charset="0"/>
              </a:rPr>
              <a:t>code assignment for </a:t>
            </a:r>
            <a:r>
              <a:rPr lang="en-US" dirty="0" smtClean="0"/>
              <a:t>Articulatory </a:t>
            </a:r>
            <a:r>
              <a:rPr lang="en-US" dirty="0"/>
              <a:t>osteopathic treatment of cervical </a:t>
            </a:r>
            <a:r>
              <a:rPr lang="en-US" dirty="0" smtClean="0"/>
              <a:t>region? </a:t>
            </a:r>
            <a:endParaRPr lang="en-US" dirty="0"/>
          </a:p>
          <a:p>
            <a:r>
              <a:rPr lang="en-US" sz="2000" b="1" dirty="0" smtClean="0">
                <a:latin typeface="Calibri" panose="020F0502020204030204" pitchFamily="34" charset="0"/>
                <a:cs typeface="Calibri" panose="020F0502020204030204" pitchFamily="34" charset="0"/>
              </a:rPr>
              <a:t>Code: </a:t>
            </a:r>
            <a:r>
              <a:rPr lang="en-US" sz="2000" b="1" dirty="0">
                <a:latin typeface="Calibri" panose="020F0502020204030204" pitchFamily="34" charset="0"/>
                <a:cs typeface="Calibri" panose="020F0502020204030204" pitchFamily="34" charset="0"/>
              </a:rPr>
              <a:t>7W01X0Z</a:t>
            </a:r>
            <a:r>
              <a:rPr lang="en-IN" sz="2000" b="1" dirty="0">
                <a:latin typeface="Calibri" panose="020F0502020204030204" pitchFamily="34" charset="0"/>
                <a:cs typeface="Calibri" panose="020F0502020204030204" pitchFamily="34" charset="0"/>
              </a:rPr>
              <a:t> </a:t>
            </a:r>
            <a:r>
              <a:rPr lang="en-US" sz="2000" b="1" dirty="0">
                <a:latin typeface="Calibri" panose="020F0502020204030204" pitchFamily="34" charset="0"/>
                <a:cs typeface="Calibri" panose="020F0502020204030204" pitchFamily="34" charset="0"/>
              </a:rPr>
              <a:t>(Osteopathic Treatment of Cervical Region using Articulatory-Raising Forces)</a:t>
            </a:r>
          </a:p>
          <a:p>
            <a:pPr algn="just"/>
            <a:r>
              <a:rPr lang="en-IN" sz="2000" b="1" dirty="0" smtClean="0">
                <a:latin typeface="Calibri" pitchFamily="34" charset="0"/>
                <a:cs typeface="Calibri" pitchFamily="34" charset="0"/>
              </a:rPr>
              <a:t>Code Navigation:</a:t>
            </a:r>
            <a:endParaRPr lang="en-IN" sz="2000" dirty="0" smtClean="0">
              <a:solidFill>
                <a:srgbClr val="FF0000"/>
              </a:solidFill>
              <a:latin typeface="Calibri" panose="020F0502020204030204" pitchFamily="34" charset="0"/>
              <a:cs typeface="Calibri" panose="020F0502020204030204" pitchFamily="34" charset="0"/>
            </a:endParaRPr>
          </a:p>
          <a:p>
            <a:pPr marL="0" indent="0" algn="just">
              <a:buNone/>
            </a:pPr>
            <a:endParaRPr lang="en-IN" sz="2000" dirty="0" smtClean="0">
              <a:latin typeface="Calibri" panose="020F0502020204030204" pitchFamily="34" charset="0"/>
              <a:cs typeface="Calibri" panose="020F0502020204030204" pitchFamily="34" charset="0"/>
            </a:endParaRPr>
          </a:p>
          <a:p>
            <a:pPr algn="just"/>
            <a:endParaRPr lang="en-IN" sz="2000" dirty="0">
              <a:latin typeface="Calibri" panose="020F0502020204030204" pitchFamily="34" charset="0"/>
              <a:cs typeface="Calibri" panose="020F0502020204030204" pitchFamily="34" charset="0"/>
            </a:endParaRPr>
          </a:p>
        </p:txBody>
      </p:sp>
      <p:pic>
        <p:nvPicPr>
          <p:cNvPr id="4" name="Picture 3"/>
          <p:cNvPicPr>
            <a:picLocks noChangeAspect="1"/>
          </p:cNvPicPr>
          <p:nvPr/>
        </p:nvPicPr>
        <p:blipFill>
          <a:blip r:embed="rId2"/>
          <a:stretch>
            <a:fillRect/>
          </a:stretch>
        </p:blipFill>
        <p:spPr>
          <a:xfrm>
            <a:off x="2883625" y="2076450"/>
            <a:ext cx="7391400" cy="3619500"/>
          </a:xfrm>
          <a:prstGeom prst="rect">
            <a:avLst/>
          </a:prstGeom>
        </p:spPr>
      </p:pic>
    </p:spTree>
    <p:extLst>
      <p:ext uri="{BB962C8B-B14F-4D97-AF65-F5344CB8AC3E}">
        <p14:creationId xmlns:p14="http://schemas.microsoft.com/office/powerpoint/2010/main" val="65698601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4616" y="1567543"/>
            <a:ext cx="5280297" cy="2103120"/>
          </a:xfrm>
        </p:spPr>
        <p:txBody>
          <a:bodyPr/>
          <a:lstStyle/>
          <a:p>
            <a:r>
              <a:rPr lang="en-US" sz="3600" b="1" dirty="0" smtClean="0">
                <a:latin typeface="Calibri" panose="020F0502020204030204" pitchFamily="34" charset="0"/>
                <a:cs typeface="Calibri" panose="020F0502020204030204" pitchFamily="34" charset="0"/>
              </a:rPr>
              <a:t>Thank You</a:t>
            </a:r>
            <a:endParaRPr lang="en-IN" sz="3600"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182886884"/>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mega Healthcare">
      <a:dk1>
        <a:srgbClr val="262626"/>
      </a:dk1>
      <a:lt1>
        <a:srgbClr val="FFFFFF"/>
      </a:lt1>
      <a:dk2>
        <a:srgbClr val="1658A4"/>
      </a:dk2>
      <a:lt2>
        <a:srgbClr val="348EC9"/>
      </a:lt2>
      <a:accent1>
        <a:srgbClr val="153166"/>
      </a:accent1>
      <a:accent2>
        <a:srgbClr val="992428"/>
      </a:accent2>
      <a:accent3>
        <a:srgbClr val="77787B"/>
      </a:accent3>
      <a:accent4>
        <a:srgbClr val="BCBEC0"/>
      </a:accent4>
      <a:accent5>
        <a:srgbClr val="F47C23"/>
      </a:accent5>
      <a:accent6>
        <a:srgbClr val="67C189"/>
      </a:accent6>
      <a:hlink>
        <a:srgbClr val="0070C0"/>
      </a:hlink>
      <a:folHlink>
        <a:srgbClr val="90C6F6"/>
      </a:folHlink>
    </a:clrScheme>
    <a:fontScheme name="Omega New Template">
      <a:majorFont>
        <a:latin typeface="Avenir Heavy"/>
        <a:ea typeface=""/>
        <a:cs typeface=""/>
      </a:majorFont>
      <a:minorFont>
        <a:latin typeface="Avenir Medium"/>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mega Healthcare_template" id="{63A0DB61-DB58-1A4A-B042-1839354C95F2}" vid="{E2BCF418-2F16-D54B-8DA6-93CCB280D11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RCM</Template>
  <TotalTime>1764</TotalTime>
  <Words>370</Words>
  <Application>Microsoft Office PowerPoint</Application>
  <PresentationFormat>Widescreen</PresentationFormat>
  <Paragraphs>57</Paragraphs>
  <Slides>14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Avenir Heavy</vt:lpstr>
      <vt:lpstr>Avenir Medium</vt:lpstr>
      <vt:lpstr>Calibri</vt:lpstr>
      <vt:lpstr>Courier New</vt:lpstr>
      <vt:lpstr>Wingdings</vt:lpstr>
      <vt:lpstr>Office Theme</vt:lpstr>
      <vt:lpstr>PowerPoint Presentation</vt:lpstr>
      <vt:lpstr>PowerPoint Presentation</vt:lpstr>
      <vt:lpstr>Objectives</vt:lpstr>
      <vt:lpstr> Osteopathic </vt:lpstr>
      <vt:lpstr> Osteopathic-Treatment </vt:lpstr>
      <vt:lpstr> Osteopathic 7W0 </vt:lpstr>
      <vt:lpstr>Clinical Example 1</vt:lpstr>
      <vt:lpstr>Clinical Example 2</vt:lpstr>
      <vt:lpstr>Knowledge Check 1 </vt:lpstr>
      <vt:lpstr>Knowledge Check 2 </vt:lpstr>
      <vt:lpstr>Exercise 1 </vt:lpstr>
      <vt:lpstr>Exercise 2 </vt:lpstr>
      <vt:lpstr>Exercise 3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Vinothini Kirupakaran</dc:creator>
  <cp:lastModifiedBy>Nimhor Vashum</cp:lastModifiedBy>
  <cp:revision>208</cp:revision>
  <dcterms:created xsi:type="dcterms:W3CDTF">2021-08-28T14:27:41Z</dcterms:created>
  <dcterms:modified xsi:type="dcterms:W3CDTF">2021-12-24T04:31:44Z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itusGUID">
    <vt:lpwstr>8b32edde-1ff2-4d4e-a2d7-fbbc106f8d9c</vt:lpwstr>
  </property>
  <property fmtid="{D5CDD505-2E9C-101B-9397-08002B2CF9AE}" pid="3" name="Project">
    <vt:lpwstr>IBDROOT</vt:lpwstr>
  </property>
  <property fmtid="{D5CDD505-2E9C-101B-9397-08002B2CF9AE}" pid="4" name="Classification">
    <vt:lpwstr>I</vt:lpwstr>
  </property>
  <property fmtid="{D5CDD505-2E9C-101B-9397-08002B2CF9AE}" pid="5" name="DocTopsCleaned">
    <vt:lpwstr>True</vt:lpwstr>
  </property>
  <property fmtid="{D5CDD505-2E9C-101B-9397-08002B2CF9AE}" pid="6" name="ShowHideDoctop">
    <vt:lpwstr>False</vt:lpwstr>
  </property>
</Properties>
</file>