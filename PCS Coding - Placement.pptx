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9"/>
  </p:notesMasterIdLst>
  <p:handoutMasterIdLst>
    <p:handoutMasterId r:id="rId10"/>
  </p:handoutMasterIdLst>
  <p:sldIdLst>
    <p:sldId id="516" r:id="rId2"/>
    <p:sldId id="517" r:id="rId3"/>
    <p:sldId id="547" r:id="rId4"/>
    <p:sldId id="548" r:id="rId5"/>
    <p:sldId id="549" r:id="rId6"/>
    <p:sldId id="550" r:id="rId7"/>
    <p:sldId id="55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ontic" initials="l" lastIdx="27"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DC542"/>
    <a:srgbClr val="2F6193"/>
    <a:srgbClr val="FF8201"/>
    <a:srgbClr val="262626"/>
    <a:srgbClr val="1D1564"/>
    <a:srgbClr val="0B5395"/>
    <a:srgbClr val="0572BC"/>
    <a:srgbClr val="2FA9D7"/>
    <a:srgbClr val="ED9622"/>
    <a:srgbClr val="2D2F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217" autoAdjust="0"/>
    <p:restoredTop sz="93957" autoAdjust="0"/>
  </p:normalViewPr>
  <p:slideViewPr>
    <p:cSldViewPr snapToGrid="0">
      <p:cViewPr varScale="1">
        <p:scale>
          <a:sx n="73" d="100"/>
          <a:sy n="73" d="100"/>
        </p:scale>
        <p:origin x="858" y="72"/>
      </p:cViewPr>
      <p:guideLst>
        <p:guide pos="3840"/>
        <p:guide orient="horz" pos="2160"/>
      </p:guideLst>
    </p:cSldViewPr>
  </p:slideViewPr>
  <p:notesTextViewPr>
    <p:cViewPr>
      <p:scale>
        <a:sx n="75" d="100"/>
        <a:sy n="75" d="100"/>
      </p:scale>
      <p:origin x="0" y="0"/>
    </p:cViewPr>
  </p:notesTextViewPr>
  <p:notesViewPr>
    <p:cSldViewPr snapToGrid="0">
      <p:cViewPr varScale="1">
        <p:scale>
          <a:sx n="86" d="100"/>
          <a:sy n="86" d="100"/>
        </p:scale>
        <p:origin x="2928"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A420ADA-2636-4920-B510-E61DFF0FA5AC}" type="datetimeFigureOut">
              <a:rPr lang="en-IN" smtClean="0"/>
              <a:t>03-01-2022</a:t>
            </a:fld>
            <a:endParaRPr lang="en-IN"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dirty="0"/>
              <a:t>This presentation is confidential. No part of it may be circulated, quoted, or reproduced for distribution outside the organization without prior written approval from Omega Healthcare. Thank you. </a:t>
            </a: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5AF8806-B5FA-4027-87F3-47B8EAE39ED3}" type="slidenum">
              <a:rPr lang="en-IN" smtClean="0"/>
              <a:t>‹#›</a:t>
            </a:fld>
            <a:endParaRPr lang="en-IN" dirty="0"/>
          </a:p>
        </p:txBody>
      </p:sp>
    </p:spTree>
    <p:extLst>
      <p:ext uri="{BB962C8B-B14F-4D97-AF65-F5344CB8AC3E}">
        <p14:creationId xmlns:p14="http://schemas.microsoft.com/office/powerpoint/2010/main" val="261774377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8D9EAC-9A38-4670-B77A-DD2A7D52B450}" type="datetimeFigureOut">
              <a:rPr lang="en-IN" smtClean="0"/>
              <a:t>03-01-2022</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IN" dirty="0"/>
              <a:t>This presentation is confidential. No part of it may be circulated, quoted, or reproduced for distribution outside the organization without prior written approval from Omega Healthcare. Thank you. </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FA0649-D767-4B37-848A-14C1DC350B70}" type="slidenum">
              <a:rPr lang="en-IN" smtClean="0"/>
              <a:t>‹#›</a:t>
            </a:fld>
            <a:endParaRPr lang="en-IN" dirty="0"/>
          </a:p>
        </p:txBody>
      </p:sp>
    </p:spTree>
    <p:extLst>
      <p:ext uri="{BB962C8B-B14F-4D97-AF65-F5344CB8AC3E}">
        <p14:creationId xmlns:p14="http://schemas.microsoft.com/office/powerpoint/2010/main" val="152649054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897414-F6FA-B34C-90AF-D370F983A965}"/>
              </a:ext>
            </a:extLst>
          </p:cNvPr>
          <p:cNvPicPr>
            <a:picLocks noChangeAspect="1"/>
          </p:cNvPicPr>
          <p:nvPr userDrawn="1"/>
        </p:nvPicPr>
        <p:blipFill>
          <a:blip r:embed="rId2">
            <a:extLst>
              <a:ext uri="{28A0092B-C50C-407E-A947-70E740481C1C}">
                <a14:useLocalDpi xmlns:a14="http://schemas.microsoft.com/office/drawing/2010/main" val="0"/>
              </a:ext>
            </a:extLst>
          </a:blip>
          <a:srcRect t="1778" b="1778"/>
          <a:stretch/>
        </p:blipFill>
        <p:spPr>
          <a:xfrm>
            <a:off x="0" y="243840"/>
            <a:ext cx="12192000" cy="6614160"/>
          </a:xfrm>
          <a:prstGeom prst="rect">
            <a:avLst/>
          </a:prstGeom>
        </p:spPr>
      </p:pic>
      <p:pic>
        <p:nvPicPr>
          <p:cNvPr id="4" name="Picture 3" descr="Logo&#10;&#10;Description automatically generated">
            <a:extLst>
              <a:ext uri="{FF2B5EF4-FFF2-40B4-BE49-F238E27FC236}">
                <a16:creationId xmlns:a16="http://schemas.microsoft.com/office/drawing/2014/main" id="{05EB7333-1EA9-C143-81E6-31F92E2FBCA8}"/>
              </a:ext>
            </a:extLst>
          </p:cNvPr>
          <p:cNvPicPr>
            <a:picLocks noChangeAspect="1"/>
          </p:cNvPicPr>
          <p:nvPr userDrawn="1"/>
        </p:nvPicPr>
        <p:blipFill>
          <a:blip r:embed="rId3"/>
          <a:stretch>
            <a:fillRect/>
          </a:stretch>
        </p:blipFill>
        <p:spPr>
          <a:xfrm>
            <a:off x="4272404" y="2536069"/>
            <a:ext cx="3647192" cy="1218051"/>
          </a:xfrm>
          <a:prstGeom prst="rect">
            <a:avLst/>
          </a:prstGeom>
        </p:spPr>
      </p:pic>
      <p:sp>
        <p:nvSpPr>
          <p:cNvPr id="6" name="Text Placeholder 10">
            <a:extLst>
              <a:ext uri="{FF2B5EF4-FFF2-40B4-BE49-F238E27FC236}">
                <a16:creationId xmlns:a16="http://schemas.microsoft.com/office/drawing/2014/main" id="{B3357C5F-9929-674B-BF2C-ADB33591FAA9}"/>
              </a:ext>
            </a:extLst>
          </p:cNvPr>
          <p:cNvSpPr>
            <a:spLocks noGrp="1"/>
          </p:cNvSpPr>
          <p:nvPr>
            <p:ph type="body" sz="quarter" idx="10" hasCustomPrompt="1"/>
          </p:nvPr>
        </p:nvSpPr>
        <p:spPr>
          <a:xfrm>
            <a:off x="2914650" y="4810760"/>
            <a:ext cx="6362700" cy="495300"/>
          </a:xfrm>
          <a:prstGeom prst="rect">
            <a:avLst/>
          </a:prstGeom>
        </p:spPr>
        <p:txBody>
          <a:bodyPr anchor="ctr"/>
          <a:lstStyle>
            <a:lvl1pPr marL="0" indent="0" algn="ctr">
              <a:buNone/>
              <a:defRPr lang="en-US" sz="2000" b="0" kern="1200" baseline="0" dirty="0">
                <a:solidFill>
                  <a:schemeClr val="bg1"/>
                </a:solidFill>
                <a:latin typeface="+mj-lt"/>
                <a:ea typeface="+mj-ea"/>
                <a:cs typeface="+mj-cs"/>
              </a:defRPr>
            </a:lvl1pPr>
          </a:lstStyle>
          <a:p>
            <a:pPr lvl="0"/>
            <a:r>
              <a:rPr lang="en-US" dirty="0"/>
              <a:t>SUBTITLE</a:t>
            </a:r>
          </a:p>
        </p:txBody>
      </p:sp>
      <p:sp>
        <p:nvSpPr>
          <p:cNvPr id="5" name="Rectangle 4">
            <a:extLst>
              <a:ext uri="{FF2B5EF4-FFF2-40B4-BE49-F238E27FC236}">
                <a16:creationId xmlns:a16="http://schemas.microsoft.com/office/drawing/2014/main" id="{2E38A553-5287-0E41-A5D3-E62002DC4346}"/>
              </a:ext>
            </a:extLst>
          </p:cNvPr>
          <p:cNvSpPr/>
          <p:nvPr userDrawn="1"/>
        </p:nvSpPr>
        <p:spPr>
          <a:xfrm>
            <a:off x="0" y="6693408"/>
            <a:ext cx="12192000" cy="16459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13540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74C79E7-7057-AF4F-B18C-E3989117AE0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8" name="Picture 7" descr="A picture containing text, clipart&#10;&#10;Description automatically generated">
            <a:extLst>
              <a:ext uri="{FF2B5EF4-FFF2-40B4-BE49-F238E27FC236}">
                <a16:creationId xmlns:a16="http://schemas.microsoft.com/office/drawing/2014/main" id="{AD352FF6-569A-064D-B4B2-EF817DBEF35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72404" y="2040769"/>
            <a:ext cx="3647192" cy="1215730"/>
          </a:xfrm>
          <a:prstGeom prst="rect">
            <a:avLst/>
          </a:prstGeom>
        </p:spPr>
      </p:pic>
      <p:sp>
        <p:nvSpPr>
          <p:cNvPr id="6" name="Text Placeholder 10">
            <a:extLst>
              <a:ext uri="{FF2B5EF4-FFF2-40B4-BE49-F238E27FC236}">
                <a16:creationId xmlns:a16="http://schemas.microsoft.com/office/drawing/2014/main" id="{B3357C5F-9929-674B-BF2C-ADB33591FAA9}"/>
              </a:ext>
            </a:extLst>
          </p:cNvPr>
          <p:cNvSpPr>
            <a:spLocks noGrp="1"/>
          </p:cNvSpPr>
          <p:nvPr>
            <p:ph type="body" sz="quarter" idx="10" hasCustomPrompt="1"/>
          </p:nvPr>
        </p:nvSpPr>
        <p:spPr>
          <a:xfrm>
            <a:off x="2914650" y="5049618"/>
            <a:ext cx="6362700" cy="495300"/>
          </a:xfrm>
          <a:prstGeom prst="rect">
            <a:avLst/>
          </a:prstGeom>
        </p:spPr>
        <p:txBody>
          <a:bodyPr anchor="ctr"/>
          <a:lstStyle>
            <a:lvl1pPr marL="0" indent="0" algn="ctr">
              <a:buNone/>
              <a:defRPr lang="en-US" sz="2000" b="0" kern="1200" baseline="0" dirty="0">
                <a:solidFill>
                  <a:schemeClr val="accent1"/>
                </a:solidFill>
                <a:latin typeface="+mj-lt"/>
                <a:ea typeface="+mj-ea"/>
                <a:cs typeface="+mj-cs"/>
              </a:defRPr>
            </a:lvl1pPr>
          </a:lstStyle>
          <a:p>
            <a:pPr lvl="0"/>
            <a:r>
              <a:rPr lang="en-US" dirty="0"/>
              <a:t>SUBTITLE</a:t>
            </a:r>
          </a:p>
        </p:txBody>
      </p:sp>
    </p:spTree>
    <p:extLst>
      <p:ext uri="{BB962C8B-B14F-4D97-AF65-F5344CB8AC3E}">
        <p14:creationId xmlns:p14="http://schemas.microsoft.com/office/powerpoint/2010/main" val="268732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Section Header">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17AE9F9-2984-204C-B427-379965A9AAF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7"/>
          <p:cNvSpPr>
            <a:spLocks noGrp="1"/>
          </p:cNvSpPr>
          <p:nvPr>
            <p:ph type="title"/>
          </p:nvPr>
        </p:nvSpPr>
        <p:spPr>
          <a:xfrm>
            <a:off x="2914650" y="2689222"/>
            <a:ext cx="6362700" cy="640080"/>
          </a:xfrm>
          <a:prstGeom prst="rect">
            <a:avLst/>
          </a:prstGeom>
        </p:spPr>
        <p:txBody>
          <a:bodyPr wrap="none" lIns="0" rIns="0" anchor="ctr">
            <a:noAutofit/>
          </a:bodyPr>
          <a:lstStyle>
            <a:lvl1pPr marL="0" algn="ctr" defTabSz="914400" rtl="0" eaLnBrk="1" latinLnBrk="0" hangingPunct="1">
              <a:lnSpc>
                <a:spcPct val="100000"/>
              </a:lnSpc>
              <a:spcBef>
                <a:spcPct val="0"/>
              </a:spcBef>
              <a:buNone/>
              <a:defRPr lang="en-US" sz="3600" b="0" kern="1200" baseline="0" dirty="0">
                <a:solidFill>
                  <a:schemeClr val="bg1"/>
                </a:solidFill>
                <a:latin typeface="+mn-lt"/>
                <a:ea typeface="+mj-ea"/>
                <a:cs typeface="+mj-cs"/>
              </a:defRPr>
            </a:lvl1pPr>
          </a:lstStyle>
          <a:p>
            <a:r>
              <a:rPr lang="en-US"/>
              <a:t>Click to edit Master title style</a:t>
            </a:r>
            <a:endParaRPr lang="en-US" dirty="0"/>
          </a:p>
        </p:txBody>
      </p:sp>
      <p:sp>
        <p:nvSpPr>
          <p:cNvPr id="11" name="Text Placeholder 10"/>
          <p:cNvSpPr>
            <a:spLocks noGrp="1"/>
          </p:cNvSpPr>
          <p:nvPr>
            <p:ph type="body" sz="quarter" idx="10" hasCustomPrompt="1"/>
          </p:nvPr>
        </p:nvSpPr>
        <p:spPr>
          <a:xfrm>
            <a:off x="2914650" y="3545210"/>
            <a:ext cx="6362700" cy="495300"/>
          </a:xfrm>
          <a:prstGeom prst="rect">
            <a:avLst/>
          </a:prstGeom>
        </p:spPr>
        <p:txBody>
          <a:bodyPr anchor="ctr"/>
          <a:lstStyle>
            <a:lvl1pPr marL="0" indent="0" algn="ctr">
              <a:buNone/>
              <a:defRPr lang="en-US" sz="2000" b="0" kern="1200" baseline="0" dirty="0">
                <a:solidFill>
                  <a:schemeClr val="bg1"/>
                </a:solidFill>
                <a:latin typeface="+mj-lt"/>
                <a:ea typeface="+mj-ea"/>
                <a:cs typeface="+mj-cs"/>
              </a:defRPr>
            </a:lvl1pPr>
          </a:lstStyle>
          <a:p>
            <a:pPr lvl="0"/>
            <a:r>
              <a:rPr lang="en-US" dirty="0"/>
              <a:t>Subtitle</a:t>
            </a:r>
          </a:p>
        </p:txBody>
      </p:sp>
      <p:pic>
        <p:nvPicPr>
          <p:cNvPr id="6" name="Picture 5">
            <a:extLst>
              <a:ext uri="{FF2B5EF4-FFF2-40B4-BE49-F238E27FC236}">
                <a16:creationId xmlns:a16="http://schemas.microsoft.com/office/drawing/2014/main" id="{6B5C9036-2210-6142-BFDC-7BFE83F361DA}"/>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0610423" y="6217919"/>
            <a:ext cx="1348505" cy="451999"/>
          </a:xfrm>
          <a:prstGeom prst="rect">
            <a:avLst/>
          </a:prstGeom>
        </p:spPr>
      </p:pic>
    </p:spTree>
    <p:extLst>
      <p:ext uri="{BB962C8B-B14F-4D97-AF65-F5344CB8AC3E}">
        <p14:creationId xmlns:p14="http://schemas.microsoft.com/office/powerpoint/2010/main" val="2964261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End Pag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5B9BD612-3813-FB4E-865F-FADE0BC7F8B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rot="10800000" flipH="1">
            <a:off x="0" y="0"/>
            <a:ext cx="12192000" cy="6858000"/>
          </a:xfrm>
          <a:prstGeom prst="rect">
            <a:avLst/>
          </a:prstGeom>
        </p:spPr>
      </p:pic>
      <p:sp>
        <p:nvSpPr>
          <p:cNvPr id="8" name="Title 7"/>
          <p:cNvSpPr>
            <a:spLocks noGrp="1"/>
          </p:cNvSpPr>
          <p:nvPr>
            <p:ph type="title"/>
          </p:nvPr>
        </p:nvSpPr>
        <p:spPr>
          <a:xfrm>
            <a:off x="2914650" y="3108960"/>
            <a:ext cx="6362700" cy="640080"/>
          </a:xfrm>
          <a:prstGeom prst="rect">
            <a:avLst/>
          </a:prstGeom>
        </p:spPr>
        <p:txBody>
          <a:bodyPr wrap="none" lIns="0" rIns="0" anchor="ctr">
            <a:noAutofit/>
          </a:bodyPr>
          <a:lstStyle>
            <a:lvl1pPr marL="0" algn="ctr" defTabSz="914400" rtl="0" eaLnBrk="1" latinLnBrk="0" hangingPunct="1">
              <a:lnSpc>
                <a:spcPct val="100000"/>
              </a:lnSpc>
              <a:spcBef>
                <a:spcPct val="0"/>
              </a:spcBef>
              <a:buNone/>
              <a:defRPr lang="en-US" sz="3600" b="0" kern="1200" baseline="0" dirty="0">
                <a:solidFill>
                  <a:schemeClr val="bg1"/>
                </a:solidFill>
                <a:latin typeface="+mn-lt"/>
                <a:ea typeface="+mj-ea"/>
                <a:cs typeface="+mj-cs"/>
              </a:defRPr>
            </a:lvl1pPr>
          </a:lstStyle>
          <a:p>
            <a:r>
              <a:rPr lang="en-US"/>
              <a:t>Click to edit Master title style</a:t>
            </a:r>
            <a:endParaRPr lang="en-US" dirty="0"/>
          </a:p>
        </p:txBody>
      </p:sp>
      <p:pic>
        <p:nvPicPr>
          <p:cNvPr id="5" name="Picture 4">
            <a:extLst>
              <a:ext uri="{FF2B5EF4-FFF2-40B4-BE49-F238E27FC236}">
                <a16:creationId xmlns:a16="http://schemas.microsoft.com/office/drawing/2014/main" id="{B1117FC5-AAA0-1041-BC24-5CE254DB5263}"/>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0606677" y="6217919"/>
            <a:ext cx="1355998" cy="451999"/>
          </a:xfrm>
          <a:prstGeom prst="rect">
            <a:avLst/>
          </a:prstGeom>
        </p:spPr>
      </p:pic>
    </p:spTree>
    <p:extLst>
      <p:ext uri="{BB962C8B-B14F-4D97-AF65-F5344CB8AC3E}">
        <p14:creationId xmlns:p14="http://schemas.microsoft.com/office/powerpoint/2010/main" val="2079294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2B580F0-627E-BF4F-9A0F-3D79B602984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0BDA3B51-831E-2940-8D2F-6C33370C7922}"/>
              </a:ext>
            </a:extLst>
          </p:cNvPr>
          <p:cNvSpPr/>
          <p:nvPr userDrawn="1"/>
        </p:nvSpPr>
        <p:spPr>
          <a:xfrm>
            <a:off x="0" y="6788150"/>
            <a:ext cx="12192000" cy="698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p:cNvSpPr>
            <a:spLocks noGrp="1"/>
          </p:cNvSpPr>
          <p:nvPr userDrawn="1">
            <p:ph type="title"/>
          </p:nvPr>
        </p:nvSpPr>
        <p:spPr>
          <a:xfrm>
            <a:off x="314552" y="333373"/>
            <a:ext cx="9250362" cy="461665"/>
          </a:xfrm>
          <a:prstGeom prst="rect">
            <a:avLst/>
          </a:prstGeom>
        </p:spPr>
        <p:txBody>
          <a:bodyPr wrap="none" lIns="0" rIns="0" anchor="ctr">
            <a:noAutofit/>
          </a:bodyPr>
          <a:lstStyle>
            <a:lvl1pPr marL="0" algn="l" defTabSz="914400" rtl="0" eaLnBrk="1" latinLnBrk="0" hangingPunct="1">
              <a:lnSpc>
                <a:spcPct val="100000"/>
              </a:lnSpc>
              <a:spcBef>
                <a:spcPct val="0"/>
              </a:spcBef>
              <a:buNone/>
              <a:defRPr lang="en-US" sz="2400" b="0" kern="1200" baseline="0" dirty="0">
                <a:solidFill>
                  <a:schemeClr val="tx2"/>
                </a:solidFill>
                <a:latin typeface="+mj-lt"/>
                <a:ea typeface="+mj-ea"/>
                <a:cs typeface="+mj-cs"/>
              </a:defRPr>
            </a:lvl1pPr>
          </a:lstStyle>
          <a:p>
            <a:r>
              <a:rPr lang="en-US"/>
              <a:t>Click to edit Master title style</a:t>
            </a:r>
            <a:endParaRPr lang="en-US" dirty="0"/>
          </a:p>
        </p:txBody>
      </p:sp>
      <p:sp>
        <p:nvSpPr>
          <p:cNvPr id="3" name="Slide Number Placeholder 2"/>
          <p:cNvSpPr>
            <a:spLocks noGrp="1"/>
          </p:cNvSpPr>
          <p:nvPr userDrawn="1">
            <p:ph type="sldNum" sz="quarter" idx="4"/>
          </p:nvPr>
        </p:nvSpPr>
        <p:spPr>
          <a:xfrm>
            <a:off x="168365" y="6457950"/>
            <a:ext cx="703943" cy="365125"/>
          </a:xfrm>
          <a:prstGeom prst="rect">
            <a:avLst/>
          </a:prstGeom>
        </p:spPr>
        <p:txBody>
          <a:bodyPr vert="horz" lIns="0" tIns="45720" rIns="0" bIns="45720" rtlCol="0" anchor="ctr"/>
          <a:lstStyle>
            <a:lvl1pPr algn="l">
              <a:defRPr sz="1050">
                <a:solidFill>
                  <a:schemeClr val="bg1"/>
                </a:solidFill>
                <a:latin typeface="+mj-lt"/>
              </a:defRPr>
            </a:lvl1pPr>
          </a:lstStyle>
          <a:p>
            <a:fld id="{46616483-2A41-4A20-BD01-F9E46BA69A42}" type="slidenum">
              <a:rPr lang="en-US" smtClean="0"/>
              <a:pPr/>
              <a:t>‹#›</a:t>
            </a:fld>
            <a:endParaRPr lang="en-US" dirty="0"/>
          </a:p>
        </p:txBody>
      </p:sp>
      <p:pic>
        <p:nvPicPr>
          <p:cNvPr id="7" name="Picture 6">
            <a:extLst>
              <a:ext uri="{FF2B5EF4-FFF2-40B4-BE49-F238E27FC236}">
                <a16:creationId xmlns:a16="http://schemas.microsoft.com/office/drawing/2014/main" id="{C22189A4-037B-0845-B243-1FE144E511BB}"/>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0606677" y="6217919"/>
            <a:ext cx="1355998" cy="451999"/>
          </a:xfrm>
          <a:prstGeom prst="rect">
            <a:avLst/>
          </a:prstGeom>
        </p:spPr>
      </p:pic>
    </p:spTree>
    <p:extLst>
      <p:ext uri="{BB962C8B-B14F-4D97-AF65-F5344CB8AC3E}">
        <p14:creationId xmlns:p14="http://schemas.microsoft.com/office/powerpoint/2010/main" val="3180037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B5EA7B4-D03C-0542-BDFA-C3169458B7F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11" name="Rectangle 10">
            <a:extLst>
              <a:ext uri="{FF2B5EF4-FFF2-40B4-BE49-F238E27FC236}">
                <a16:creationId xmlns:a16="http://schemas.microsoft.com/office/drawing/2014/main" id="{A452CB39-3423-8046-836D-596E398D1F5C}"/>
              </a:ext>
            </a:extLst>
          </p:cNvPr>
          <p:cNvSpPr/>
          <p:nvPr userDrawn="1"/>
        </p:nvSpPr>
        <p:spPr>
          <a:xfrm>
            <a:off x="0" y="6788150"/>
            <a:ext cx="12192000" cy="698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2">
            <a:extLst>
              <a:ext uri="{FF2B5EF4-FFF2-40B4-BE49-F238E27FC236}">
                <a16:creationId xmlns:a16="http://schemas.microsoft.com/office/drawing/2014/main" id="{4C4CB8B0-BC73-F942-BB45-8581E54B431D}"/>
              </a:ext>
            </a:extLst>
          </p:cNvPr>
          <p:cNvSpPr txBox="1">
            <a:spLocks/>
          </p:cNvSpPr>
          <p:nvPr userDrawn="1"/>
        </p:nvSpPr>
        <p:spPr>
          <a:xfrm>
            <a:off x="168365" y="6457950"/>
            <a:ext cx="703943" cy="365125"/>
          </a:xfrm>
          <a:prstGeom prst="rect">
            <a:avLst/>
          </a:prstGeom>
        </p:spPr>
        <p:txBody>
          <a:bodyPr vert="horz" lIns="0" tIns="45720" rIns="0" bIns="45720" rtlCol="0" anchor="ctr"/>
          <a:lstStyle>
            <a:defPPr>
              <a:defRPr lang="en-US"/>
            </a:defPPr>
            <a:lvl1pPr marL="0" algn="l" defTabSz="914400" rtl="0" eaLnBrk="1" latinLnBrk="0" hangingPunct="1">
              <a:defRPr sz="105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6616483-2A41-4A20-BD01-F9E46BA69A42}" type="slidenum">
              <a:rPr lang="en-US" smtClean="0"/>
              <a:pPr/>
              <a:t>‹#›</a:t>
            </a:fld>
            <a:endParaRPr lang="en-US" dirty="0"/>
          </a:p>
        </p:txBody>
      </p:sp>
      <p:sp>
        <p:nvSpPr>
          <p:cNvPr id="8" name="Title 7"/>
          <p:cNvSpPr>
            <a:spLocks noGrp="1"/>
          </p:cNvSpPr>
          <p:nvPr userDrawn="1">
            <p:ph type="title"/>
          </p:nvPr>
        </p:nvSpPr>
        <p:spPr>
          <a:xfrm>
            <a:off x="314552" y="333373"/>
            <a:ext cx="9250362" cy="461665"/>
          </a:xfrm>
          <a:prstGeom prst="rect">
            <a:avLst/>
          </a:prstGeom>
        </p:spPr>
        <p:txBody>
          <a:bodyPr wrap="none" lIns="0" rIns="0" anchor="ctr">
            <a:noAutofit/>
          </a:bodyPr>
          <a:lstStyle>
            <a:lvl1pPr marL="0" algn="l" defTabSz="914400" rtl="0" eaLnBrk="1" latinLnBrk="0" hangingPunct="1">
              <a:lnSpc>
                <a:spcPct val="100000"/>
              </a:lnSpc>
              <a:spcBef>
                <a:spcPct val="0"/>
              </a:spcBef>
              <a:buNone/>
              <a:defRPr lang="en-US" sz="2400" b="0" kern="1200" baseline="0" dirty="0">
                <a:solidFill>
                  <a:schemeClr val="tx2"/>
                </a:solidFill>
                <a:latin typeface="+mj-lt"/>
                <a:ea typeface="+mj-ea"/>
                <a:cs typeface="+mj-cs"/>
              </a:defRPr>
            </a:lvl1pPr>
          </a:lstStyle>
          <a:p>
            <a:r>
              <a:rPr lang="en-US"/>
              <a:t>Click to edit Master title style</a:t>
            </a:r>
            <a:endParaRPr lang="en-US" dirty="0"/>
          </a:p>
        </p:txBody>
      </p:sp>
      <p:sp>
        <p:nvSpPr>
          <p:cNvPr id="3" name="Text Placeholder 2"/>
          <p:cNvSpPr>
            <a:spLocks noGrp="1"/>
          </p:cNvSpPr>
          <p:nvPr userDrawn="1">
            <p:ph type="body" sz="quarter" idx="10"/>
          </p:nvPr>
        </p:nvSpPr>
        <p:spPr>
          <a:xfrm>
            <a:off x="314552" y="1147989"/>
            <a:ext cx="9561286" cy="4643211"/>
          </a:xfrm>
          <a:prstGeom prst="rect">
            <a:avLst/>
          </a:prstGeom>
        </p:spPr>
        <p:txBody>
          <a:bodyPr lIns="0" tIns="0" rIns="0" bIns="0"/>
          <a:lstStyle>
            <a:lvl1pPr marL="274320" indent="-274320" algn="l" defTabSz="914400" rtl="0" eaLnBrk="1" latinLnBrk="0" hangingPunct="1">
              <a:lnSpc>
                <a:spcPct val="100000"/>
              </a:lnSpc>
              <a:spcBef>
                <a:spcPts val="600"/>
              </a:spcBef>
              <a:spcAft>
                <a:spcPts val="600"/>
              </a:spcAft>
              <a:buFont typeface="Wingdings" panose="05000000000000000000" pitchFamily="2" charset="2"/>
              <a:buChar char="Ø"/>
              <a:defRPr lang="en-US" sz="1600" kern="1200" dirty="0" smtClean="0">
                <a:solidFill>
                  <a:srgbClr val="262626"/>
                </a:solidFill>
                <a:latin typeface="+mn-lt"/>
                <a:ea typeface="+mn-ea"/>
                <a:cs typeface="+mn-cs"/>
              </a:defRPr>
            </a:lvl1pPr>
            <a:lvl2pPr marL="548640" indent="-274320" algn="l" defTabSz="914400" rtl="0" eaLnBrk="1" latinLnBrk="0" hangingPunct="1">
              <a:lnSpc>
                <a:spcPct val="100000"/>
              </a:lnSpc>
              <a:spcBef>
                <a:spcPts val="600"/>
              </a:spcBef>
              <a:spcAft>
                <a:spcPts val="600"/>
              </a:spcAft>
              <a:buClr>
                <a:srgbClr val="1D1564"/>
              </a:buClr>
              <a:buSzPct val="75000"/>
              <a:buFont typeface="Wingdings" panose="05000000000000000000" pitchFamily="2" charset="2"/>
              <a:buChar char="v"/>
              <a:defRPr lang="en-US" sz="1600" kern="1200" dirty="0" smtClean="0">
                <a:solidFill>
                  <a:srgbClr val="262626"/>
                </a:solidFill>
                <a:latin typeface="+mn-lt"/>
                <a:ea typeface="+mn-ea"/>
                <a:cs typeface="+mn-cs"/>
              </a:defRPr>
            </a:lvl2pPr>
            <a:lvl3pPr marL="822960" indent="-274320" algn="l" defTabSz="914400" rtl="0" eaLnBrk="1" latinLnBrk="0" hangingPunct="1">
              <a:lnSpc>
                <a:spcPct val="100000"/>
              </a:lnSpc>
              <a:spcBef>
                <a:spcPts val="600"/>
              </a:spcBef>
              <a:spcAft>
                <a:spcPts val="600"/>
              </a:spcAft>
              <a:buClr>
                <a:srgbClr val="1D1564"/>
              </a:buClr>
              <a:buFont typeface="Wingdings" panose="05000000000000000000" pitchFamily="2" charset="2"/>
              <a:buChar char="§"/>
              <a:defRPr lang="en-US" sz="1600" kern="1200" dirty="0" smtClean="0">
                <a:solidFill>
                  <a:srgbClr val="262626"/>
                </a:solidFill>
                <a:latin typeface="+mn-lt"/>
                <a:ea typeface="+mn-ea"/>
                <a:cs typeface="+mn-cs"/>
              </a:defRPr>
            </a:lvl3pPr>
            <a:lvl4pPr marL="1097280" indent="-274320" algn="l" defTabSz="914400" rtl="0" eaLnBrk="1" latinLnBrk="0" hangingPunct="1">
              <a:lnSpc>
                <a:spcPct val="100000"/>
              </a:lnSpc>
              <a:spcBef>
                <a:spcPts val="600"/>
              </a:spcBef>
              <a:spcAft>
                <a:spcPts val="600"/>
              </a:spcAft>
              <a:buClr>
                <a:srgbClr val="1D1564"/>
              </a:buClr>
              <a:buFont typeface="Arial" panose="020B0604020202020204" pitchFamily="34" charset="0"/>
              <a:buChar char="•"/>
              <a:defRPr lang="en-US" sz="1600" kern="1200" dirty="0" smtClean="0">
                <a:solidFill>
                  <a:srgbClr val="262626"/>
                </a:solidFill>
                <a:latin typeface="+mn-lt"/>
                <a:ea typeface="+mn-ea"/>
                <a:cs typeface="+mn-cs"/>
              </a:defRPr>
            </a:lvl4pPr>
            <a:lvl5pPr marL="1371600" indent="-274320" algn="l" defTabSz="914400" rtl="0" eaLnBrk="1" latinLnBrk="0" hangingPunct="1">
              <a:lnSpc>
                <a:spcPct val="100000"/>
              </a:lnSpc>
              <a:spcBef>
                <a:spcPts val="600"/>
              </a:spcBef>
              <a:spcAft>
                <a:spcPts val="600"/>
              </a:spcAft>
              <a:buClr>
                <a:srgbClr val="1D1564"/>
              </a:buClr>
              <a:buFont typeface="Courier New" panose="02070309020205020404" pitchFamily="49" charset="0"/>
              <a:buChar char="o"/>
              <a:defRPr lang="en-US" sz="1600" kern="1200" dirty="0">
                <a:solidFill>
                  <a:srgbClr val="262626"/>
                </a:solidFill>
                <a:latin typeface="+mn-lt"/>
                <a:ea typeface="+mn-ea"/>
                <a:cs typeface="+mn-cs"/>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a:extLst>
              <a:ext uri="{FF2B5EF4-FFF2-40B4-BE49-F238E27FC236}">
                <a16:creationId xmlns:a16="http://schemas.microsoft.com/office/drawing/2014/main" id="{FC85A651-D2E5-C340-A433-6D68EFF231A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0606677" y="6217919"/>
            <a:ext cx="1355998" cy="451999"/>
          </a:xfrm>
          <a:prstGeom prst="rect">
            <a:avLst/>
          </a:prstGeom>
        </p:spPr>
      </p:pic>
    </p:spTree>
    <p:extLst>
      <p:ext uri="{BB962C8B-B14F-4D97-AF65-F5344CB8AC3E}">
        <p14:creationId xmlns:p14="http://schemas.microsoft.com/office/powerpoint/2010/main" val="4783022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0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520336" y="648333"/>
            <a:ext cx="9250362" cy="461665"/>
          </a:xfrm>
          <a:prstGeom prst="rect">
            <a:avLst/>
          </a:prstGeom>
        </p:spPr>
        <p:txBody>
          <a:bodyPr wrap="none" lIns="0" rIns="0" anchor="ctr">
            <a:noAutofit/>
          </a:bodyPr>
          <a:lstStyle>
            <a:lvl1pPr marL="0" algn="l" defTabSz="914400" rtl="0" eaLnBrk="1" latinLnBrk="0" hangingPunct="1">
              <a:lnSpc>
                <a:spcPct val="100000"/>
              </a:lnSpc>
              <a:spcBef>
                <a:spcPct val="0"/>
              </a:spcBef>
              <a:buNone/>
              <a:defRPr lang="en-US" sz="2400" b="0" kern="1200" baseline="0" dirty="0">
                <a:solidFill>
                  <a:schemeClr val="tx2"/>
                </a:solidFill>
                <a:latin typeface="+mj-lt"/>
                <a:ea typeface="+mj-ea"/>
                <a:cs typeface="+mj-cs"/>
              </a:defRPr>
            </a:lvl1pPr>
          </a:lstStyle>
          <a:p>
            <a:r>
              <a:rPr lang="en-US"/>
              <a:t>Click to edit Master title style</a:t>
            </a:r>
            <a:endParaRPr lang="en-US" dirty="0"/>
          </a:p>
        </p:txBody>
      </p:sp>
      <p:sp>
        <p:nvSpPr>
          <p:cNvPr id="3" name="Slide Number Placeholder 2"/>
          <p:cNvSpPr>
            <a:spLocks noGrp="1"/>
          </p:cNvSpPr>
          <p:nvPr>
            <p:ph type="sldNum" sz="quarter" idx="4"/>
          </p:nvPr>
        </p:nvSpPr>
        <p:spPr>
          <a:xfrm>
            <a:off x="168365" y="6457950"/>
            <a:ext cx="703943" cy="365125"/>
          </a:xfrm>
          <a:prstGeom prst="rect">
            <a:avLst/>
          </a:prstGeom>
        </p:spPr>
        <p:txBody>
          <a:bodyPr vert="horz" lIns="0" tIns="45720" rIns="0" bIns="45720" rtlCol="0" anchor="ctr"/>
          <a:lstStyle>
            <a:lvl1pPr algn="l">
              <a:defRPr sz="1050">
                <a:solidFill>
                  <a:schemeClr val="accent1"/>
                </a:solidFill>
                <a:latin typeface="+mj-lt"/>
              </a:defRPr>
            </a:lvl1pPr>
          </a:lstStyle>
          <a:p>
            <a:fld id="{46616483-2A41-4A20-BD01-F9E46BA69A42}" type="slidenum">
              <a:rPr lang="en-US" smtClean="0"/>
              <a:pPr/>
              <a:t>‹#›</a:t>
            </a:fld>
            <a:endParaRPr lang="en-US" dirty="0"/>
          </a:p>
        </p:txBody>
      </p:sp>
      <p:pic>
        <p:nvPicPr>
          <p:cNvPr id="6" name="Picture 5">
            <a:extLst>
              <a:ext uri="{FF2B5EF4-FFF2-40B4-BE49-F238E27FC236}">
                <a16:creationId xmlns:a16="http://schemas.microsoft.com/office/drawing/2014/main" id="{9A60F511-5604-4848-B430-C09C849A147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610423" y="6217919"/>
            <a:ext cx="1348505" cy="451999"/>
          </a:xfrm>
          <a:prstGeom prst="rect">
            <a:avLst/>
          </a:prstGeom>
        </p:spPr>
      </p:pic>
      <p:pic>
        <p:nvPicPr>
          <p:cNvPr id="9" name="Picture 8">
            <a:extLst>
              <a:ext uri="{FF2B5EF4-FFF2-40B4-BE49-F238E27FC236}">
                <a16:creationId xmlns:a16="http://schemas.microsoft.com/office/drawing/2014/main" id="{D26BE787-5CAB-924F-9402-77E03E56C3AE}"/>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rot="10800000" flipH="1">
            <a:off x="0" y="0"/>
            <a:ext cx="12192000" cy="6858000"/>
          </a:xfrm>
          <a:prstGeom prst="rect">
            <a:avLst/>
          </a:prstGeom>
        </p:spPr>
      </p:pic>
      <p:sp>
        <p:nvSpPr>
          <p:cNvPr id="10" name="Rectangle 9">
            <a:extLst>
              <a:ext uri="{FF2B5EF4-FFF2-40B4-BE49-F238E27FC236}">
                <a16:creationId xmlns:a16="http://schemas.microsoft.com/office/drawing/2014/main" id="{F7AE919E-F3E3-614F-B830-39BA0FFE7B16}"/>
              </a:ext>
            </a:extLst>
          </p:cNvPr>
          <p:cNvSpPr/>
          <p:nvPr userDrawn="1"/>
        </p:nvSpPr>
        <p:spPr>
          <a:xfrm rot="10800000" flipH="1">
            <a:off x="0" y="1"/>
            <a:ext cx="12192000" cy="698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77824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1_Title and Content">
    <p:spTree>
      <p:nvGrpSpPr>
        <p:cNvPr id="1" name=""/>
        <p:cNvGrpSpPr/>
        <p:nvPr/>
      </p:nvGrpSpPr>
      <p:grpSpPr>
        <a:xfrm>
          <a:off x="0" y="0"/>
          <a:ext cx="0" cy="0"/>
          <a:chOff x="0" y="0"/>
          <a:chExt cx="0" cy="0"/>
        </a:xfrm>
      </p:grpSpPr>
      <p:sp>
        <p:nvSpPr>
          <p:cNvPr id="6" name="Slide Number Placeholder 2">
            <a:extLst>
              <a:ext uri="{FF2B5EF4-FFF2-40B4-BE49-F238E27FC236}">
                <a16:creationId xmlns:a16="http://schemas.microsoft.com/office/drawing/2014/main" id="{4C4CB8B0-BC73-F942-BB45-8581E54B431D}"/>
              </a:ext>
            </a:extLst>
          </p:cNvPr>
          <p:cNvSpPr txBox="1">
            <a:spLocks/>
          </p:cNvSpPr>
          <p:nvPr userDrawn="1"/>
        </p:nvSpPr>
        <p:spPr>
          <a:xfrm>
            <a:off x="168365" y="6457950"/>
            <a:ext cx="703943" cy="365125"/>
          </a:xfrm>
          <a:prstGeom prst="rect">
            <a:avLst/>
          </a:prstGeom>
        </p:spPr>
        <p:txBody>
          <a:bodyPr vert="horz" lIns="0" tIns="45720" rIns="0" bIns="45720" rtlCol="0" anchor="ctr"/>
          <a:lstStyle>
            <a:defPPr>
              <a:defRPr lang="en-US"/>
            </a:defPPr>
            <a:lvl1pPr marL="0" algn="l" defTabSz="914400" rtl="0" eaLnBrk="1" latinLnBrk="0" hangingPunct="1">
              <a:defRPr sz="105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6616483-2A41-4A20-BD01-F9E46BA69A42}" type="slidenum">
              <a:rPr lang="en-US" smtClean="0">
                <a:solidFill>
                  <a:schemeClr val="accent1"/>
                </a:solidFill>
              </a:rPr>
              <a:pPr/>
              <a:t>‹#›</a:t>
            </a:fld>
            <a:endParaRPr lang="en-US" dirty="0">
              <a:solidFill>
                <a:schemeClr val="accent1"/>
              </a:solidFill>
            </a:endParaRPr>
          </a:p>
        </p:txBody>
      </p:sp>
      <p:sp>
        <p:nvSpPr>
          <p:cNvPr id="8" name="Title 7"/>
          <p:cNvSpPr>
            <a:spLocks noGrp="1"/>
          </p:cNvSpPr>
          <p:nvPr>
            <p:ph type="title"/>
          </p:nvPr>
        </p:nvSpPr>
        <p:spPr>
          <a:xfrm>
            <a:off x="520336" y="958092"/>
            <a:ext cx="9250362" cy="461665"/>
          </a:xfrm>
          <a:prstGeom prst="rect">
            <a:avLst/>
          </a:prstGeom>
        </p:spPr>
        <p:txBody>
          <a:bodyPr wrap="none" lIns="0" rIns="0" anchor="ctr">
            <a:noAutofit/>
          </a:bodyPr>
          <a:lstStyle>
            <a:lvl1pPr marL="0" algn="l" defTabSz="914400" rtl="0" eaLnBrk="1" latinLnBrk="0" hangingPunct="1">
              <a:lnSpc>
                <a:spcPct val="100000"/>
              </a:lnSpc>
              <a:spcBef>
                <a:spcPct val="0"/>
              </a:spcBef>
              <a:buNone/>
              <a:defRPr lang="en-US" sz="2400" b="0" kern="1200" baseline="0" dirty="0">
                <a:solidFill>
                  <a:schemeClr val="tx2"/>
                </a:solidFill>
                <a:latin typeface="+mj-lt"/>
                <a:ea typeface="+mj-ea"/>
                <a:cs typeface="+mj-cs"/>
              </a:defRPr>
            </a:lvl1pPr>
          </a:lstStyle>
          <a:p>
            <a:r>
              <a:rPr lang="en-US"/>
              <a:t>Click to edit Master title style</a:t>
            </a:r>
            <a:endParaRPr lang="en-US" dirty="0"/>
          </a:p>
        </p:txBody>
      </p:sp>
      <p:sp>
        <p:nvSpPr>
          <p:cNvPr id="3" name="Text Placeholder 2"/>
          <p:cNvSpPr>
            <a:spLocks noGrp="1"/>
          </p:cNvSpPr>
          <p:nvPr>
            <p:ph type="body" sz="quarter" idx="10"/>
          </p:nvPr>
        </p:nvSpPr>
        <p:spPr>
          <a:xfrm>
            <a:off x="520336" y="1772708"/>
            <a:ext cx="9561286" cy="4643211"/>
          </a:xfrm>
          <a:prstGeom prst="rect">
            <a:avLst/>
          </a:prstGeom>
        </p:spPr>
        <p:txBody>
          <a:bodyPr lIns="0" tIns="0" rIns="0" bIns="0"/>
          <a:lstStyle>
            <a:lvl1pPr marL="274320" indent="-274320" algn="l" defTabSz="914400" rtl="0" eaLnBrk="1" latinLnBrk="0" hangingPunct="1">
              <a:lnSpc>
                <a:spcPct val="100000"/>
              </a:lnSpc>
              <a:spcBef>
                <a:spcPts val="600"/>
              </a:spcBef>
              <a:spcAft>
                <a:spcPts val="600"/>
              </a:spcAft>
              <a:buFont typeface="Wingdings" panose="05000000000000000000" pitchFamily="2" charset="2"/>
              <a:buChar char="Ø"/>
              <a:defRPr lang="en-US" sz="1600" kern="1200" dirty="0" smtClean="0">
                <a:solidFill>
                  <a:srgbClr val="262626"/>
                </a:solidFill>
                <a:latin typeface="+mn-lt"/>
                <a:ea typeface="+mn-ea"/>
                <a:cs typeface="+mn-cs"/>
              </a:defRPr>
            </a:lvl1pPr>
            <a:lvl2pPr marL="548640" indent="-274320" algn="l" defTabSz="914400" rtl="0" eaLnBrk="1" latinLnBrk="0" hangingPunct="1">
              <a:lnSpc>
                <a:spcPct val="100000"/>
              </a:lnSpc>
              <a:spcBef>
                <a:spcPts val="600"/>
              </a:spcBef>
              <a:spcAft>
                <a:spcPts val="600"/>
              </a:spcAft>
              <a:buClr>
                <a:srgbClr val="1D1564"/>
              </a:buClr>
              <a:buSzPct val="75000"/>
              <a:buFont typeface="Wingdings" panose="05000000000000000000" pitchFamily="2" charset="2"/>
              <a:buChar char="v"/>
              <a:defRPr lang="en-US" sz="1600" kern="1200" dirty="0" smtClean="0">
                <a:solidFill>
                  <a:srgbClr val="262626"/>
                </a:solidFill>
                <a:latin typeface="+mn-lt"/>
                <a:ea typeface="+mn-ea"/>
                <a:cs typeface="+mn-cs"/>
              </a:defRPr>
            </a:lvl2pPr>
            <a:lvl3pPr marL="822960" indent="-274320" algn="l" defTabSz="914400" rtl="0" eaLnBrk="1" latinLnBrk="0" hangingPunct="1">
              <a:lnSpc>
                <a:spcPct val="100000"/>
              </a:lnSpc>
              <a:spcBef>
                <a:spcPts val="600"/>
              </a:spcBef>
              <a:spcAft>
                <a:spcPts val="600"/>
              </a:spcAft>
              <a:buClr>
                <a:srgbClr val="1D1564"/>
              </a:buClr>
              <a:buFont typeface="Wingdings" panose="05000000000000000000" pitchFamily="2" charset="2"/>
              <a:buChar char="§"/>
              <a:defRPr lang="en-US" sz="1600" kern="1200" dirty="0" smtClean="0">
                <a:solidFill>
                  <a:srgbClr val="262626"/>
                </a:solidFill>
                <a:latin typeface="+mn-lt"/>
                <a:ea typeface="+mn-ea"/>
                <a:cs typeface="+mn-cs"/>
              </a:defRPr>
            </a:lvl3pPr>
            <a:lvl4pPr marL="1097280" indent="-274320" algn="l" defTabSz="914400" rtl="0" eaLnBrk="1" latinLnBrk="0" hangingPunct="1">
              <a:lnSpc>
                <a:spcPct val="100000"/>
              </a:lnSpc>
              <a:spcBef>
                <a:spcPts val="600"/>
              </a:spcBef>
              <a:spcAft>
                <a:spcPts val="600"/>
              </a:spcAft>
              <a:buClr>
                <a:srgbClr val="1D1564"/>
              </a:buClr>
              <a:buFont typeface="Arial" panose="020B0604020202020204" pitchFamily="34" charset="0"/>
              <a:buChar char="•"/>
              <a:defRPr lang="en-US" sz="1600" kern="1200" dirty="0" smtClean="0">
                <a:solidFill>
                  <a:srgbClr val="262626"/>
                </a:solidFill>
                <a:latin typeface="+mn-lt"/>
                <a:ea typeface="+mn-ea"/>
                <a:cs typeface="+mn-cs"/>
              </a:defRPr>
            </a:lvl4pPr>
            <a:lvl5pPr marL="1371600" indent="-274320" algn="l" defTabSz="914400" rtl="0" eaLnBrk="1" latinLnBrk="0" hangingPunct="1">
              <a:lnSpc>
                <a:spcPct val="100000"/>
              </a:lnSpc>
              <a:spcBef>
                <a:spcPts val="600"/>
              </a:spcBef>
              <a:spcAft>
                <a:spcPts val="600"/>
              </a:spcAft>
              <a:buClr>
                <a:srgbClr val="1D1564"/>
              </a:buClr>
              <a:buFont typeface="Courier New" panose="02070309020205020404" pitchFamily="49" charset="0"/>
              <a:buChar char="o"/>
              <a:defRPr lang="en-US" sz="1600" kern="1200" dirty="0">
                <a:solidFill>
                  <a:srgbClr val="262626"/>
                </a:solidFill>
                <a:latin typeface="+mn-lt"/>
                <a:ea typeface="+mn-ea"/>
                <a:cs typeface="+mn-cs"/>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a:extLst>
              <a:ext uri="{FF2B5EF4-FFF2-40B4-BE49-F238E27FC236}">
                <a16:creationId xmlns:a16="http://schemas.microsoft.com/office/drawing/2014/main" id="{218B1814-8187-604F-BB35-1ED23A564EF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610423" y="6217919"/>
            <a:ext cx="1348505" cy="451999"/>
          </a:xfrm>
          <a:prstGeom prst="rect">
            <a:avLst/>
          </a:prstGeom>
        </p:spPr>
      </p:pic>
      <p:pic>
        <p:nvPicPr>
          <p:cNvPr id="12" name="Picture 11">
            <a:extLst>
              <a:ext uri="{FF2B5EF4-FFF2-40B4-BE49-F238E27FC236}">
                <a16:creationId xmlns:a16="http://schemas.microsoft.com/office/drawing/2014/main" id="{F5F483BD-9067-A74B-9DE3-D4DBAEC41D4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rot="10800000" flipH="1">
            <a:off x="0" y="0"/>
            <a:ext cx="12192000" cy="6858000"/>
          </a:xfrm>
          <a:prstGeom prst="rect">
            <a:avLst/>
          </a:prstGeom>
        </p:spPr>
      </p:pic>
      <p:sp>
        <p:nvSpPr>
          <p:cNvPr id="13" name="Rectangle 12">
            <a:extLst>
              <a:ext uri="{FF2B5EF4-FFF2-40B4-BE49-F238E27FC236}">
                <a16:creationId xmlns:a16="http://schemas.microsoft.com/office/drawing/2014/main" id="{B641A0E5-B6BB-5A4E-A439-D3DE43390EB0}"/>
              </a:ext>
            </a:extLst>
          </p:cNvPr>
          <p:cNvSpPr/>
          <p:nvPr userDrawn="1"/>
        </p:nvSpPr>
        <p:spPr>
          <a:xfrm rot="10800000" flipH="1">
            <a:off x="0" y="1"/>
            <a:ext cx="12192000" cy="698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989635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2_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3303BC2-BE3B-E74E-8F32-DC9FE778E313}"/>
              </a:ext>
            </a:extLst>
          </p:cNvPr>
          <p:cNvSpPr/>
          <p:nvPr userDrawn="1"/>
        </p:nvSpPr>
        <p:spPr>
          <a:xfrm>
            <a:off x="0" y="6135624"/>
            <a:ext cx="12192000" cy="7223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2">
            <a:extLst>
              <a:ext uri="{FF2B5EF4-FFF2-40B4-BE49-F238E27FC236}">
                <a16:creationId xmlns:a16="http://schemas.microsoft.com/office/drawing/2014/main" id="{4C4CB8B0-BC73-F942-BB45-8581E54B431D}"/>
              </a:ext>
            </a:extLst>
          </p:cNvPr>
          <p:cNvSpPr txBox="1">
            <a:spLocks/>
          </p:cNvSpPr>
          <p:nvPr userDrawn="1"/>
        </p:nvSpPr>
        <p:spPr>
          <a:xfrm>
            <a:off x="168365" y="6457950"/>
            <a:ext cx="703943" cy="365125"/>
          </a:xfrm>
          <a:prstGeom prst="rect">
            <a:avLst/>
          </a:prstGeom>
        </p:spPr>
        <p:txBody>
          <a:bodyPr vert="horz" lIns="0" tIns="45720" rIns="0" bIns="45720" rtlCol="0" anchor="ctr"/>
          <a:lstStyle>
            <a:defPPr>
              <a:defRPr lang="en-US"/>
            </a:defPPr>
            <a:lvl1pPr marL="0" algn="l" defTabSz="914400" rtl="0" eaLnBrk="1" latinLnBrk="0" hangingPunct="1">
              <a:defRPr sz="105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6616483-2A41-4A20-BD01-F9E46BA69A42}" type="slidenum">
              <a:rPr lang="en-US" smtClean="0"/>
              <a:pPr/>
              <a:t>‹#›</a:t>
            </a:fld>
            <a:endParaRPr lang="en-US" dirty="0"/>
          </a:p>
        </p:txBody>
      </p:sp>
      <p:sp>
        <p:nvSpPr>
          <p:cNvPr id="8" name="Title 7"/>
          <p:cNvSpPr>
            <a:spLocks noGrp="1"/>
          </p:cNvSpPr>
          <p:nvPr>
            <p:ph type="title"/>
          </p:nvPr>
        </p:nvSpPr>
        <p:spPr>
          <a:xfrm>
            <a:off x="314552" y="333373"/>
            <a:ext cx="9250362" cy="461665"/>
          </a:xfrm>
          <a:prstGeom prst="rect">
            <a:avLst/>
          </a:prstGeom>
        </p:spPr>
        <p:txBody>
          <a:bodyPr wrap="none" lIns="0" rIns="0" anchor="ctr">
            <a:noAutofit/>
          </a:bodyPr>
          <a:lstStyle>
            <a:lvl1pPr marL="0" algn="l" defTabSz="914400" rtl="0" eaLnBrk="1" latinLnBrk="0" hangingPunct="1">
              <a:lnSpc>
                <a:spcPct val="100000"/>
              </a:lnSpc>
              <a:spcBef>
                <a:spcPct val="0"/>
              </a:spcBef>
              <a:buNone/>
              <a:defRPr lang="en-US" sz="2400" b="0" kern="1200" baseline="0" dirty="0">
                <a:solidFill>
                  <a:schemeClr val="tx2"/>
                </a:solidFill>
                <a:latin typeface="+mj-lt"/>
                <a:ea typeface="+mj-ea"/>
                <a:cs typeface="+mj-cs"/>
              </a:defRPr>
            </a:lvl1pPr>
          </a:lstStyle>
          <a:p>
            <a:r>
              <a:rPr lang="en-US"/>
              <a:t>Click to edit Master title style</a:t>
            </a:r>
            <a:endParaRPr lang="en-US" dirty="0"/>
          </a:p>
        </p:txBody>
      </p:sp>
      <p:sp>
        <p:nvSpPr>
          <p:cNvPr id="3" name="Text Placeholder 2"/>
          <p:cNvSpPr>
            <a:spLocks noGrp="1"/>
          </p:cNvSpPr>
          <p:nvPr>
            <p:ph type="body" sz="quarter" idx="10"/>
          </p:nvPr>
        </p:nvSpPr>
        <p:spPr>
          <a:xfrm>
            <a:off x="314552" y="1147989"/>
            <a:ext cx="9561286" cy="4643211"/>
          </a:xfrm>
          <a:prstGeom prst="rect">
            <a:avLst/>
          </a:prstGeom>
        </p:spPr>
        <p:txBody>
          <a:bodyPr lIns="0" tIns="0" rIns="0" bIns="0"/>
          <a:lstStyle>
            <a:lvl1pPr marL="274320" indent="-274320" algn="l" defTabSz="914400" rtl="0" eaLnBrk="1" latinLnBrk="0" hangingPunct="1">
              <a:lnSpc>
                <a:spcPct val="100000"/>
              </a:lnSpc>
              <a:spcBef>
                <a:spcPts val="600"/>
              </a:spcBef>
              <a:spcAft>
                <a:spcPts val="600"/>
              </a:spcAft>
              <a:buFont typeface="Wingdings" panose="05000000000000000000" pitchFamily="2" charset="2"/>
              <a:buChar char="Ø"/>
              <a:defRPr lang="en-US" sz="1600" kern="1200" dirty="0" smtClean="0">
                <a:solidFill>
                  <a:srgbClr val="262626"/>
                </a:solidFill>
                <a:latin typeface="+mn-lt"/>
                <a:ea typeface="+mn-ea"/>
                <a:cs typeface="+mn-cs"/>
              </a:defRPr>
            </a:lvl1pPr>
            <a:lvl2pPr marL="548640" indent="-274320" algn="l" defTabSz="914400" rtl="0" eaLnBrk="1" latinLnBrk="0" hangingPunct="1">
              <a:lnSpc>
                <a:spcPct val="100000"/>
              </a:lnSpc>
              <a:spcBef>
                <a:spcPts val="600"/>
              </a:spcBef>
              <a:spcAft>
                <a:spcPts val="600"/>
              </a:spcAft>
              <a:buClr>
                <a:srgbClr val="1D1564"/>
              </a:buClr>
              <a:buSzPct val="75000"/>
              <a:buFont typeface="Wingdings" panose="05000000000000000000" pitchFamily="2" charset="2"/>
              <a:buChar char="v"/>
              <a:defRPr lang="en-US" sz="1600" kern="1200" dirty="0" smtClean="0">
                <a:solidFill>
                  <a:srgbClr val="262626"/>
                </a:solidFill>
                <a:latin typeface="+mn-lt"/>
                <a:ea typeface="+mn-ea"/>
                <a:cs typeface="+mn-cs"/>
              </a:defRPr>
            </a:lvl2pPr>
            <a:lvl3pPr marL="822960" indent="-274320" algn="l" defTabSz="914400" rtl="0" eaLnBrk="1" latinLnBrk="0" hangingPunct="1">
              <a:lnSpc>
                <a:spcPct val="100000"/>
              </a:lnSpc>
              <a:spcBef>
                <a:spcPts val="600"/>
              </a:spcBef>
              <a:spcAft>
                <a:spcPts val="600"/>
              </a:spcAft>
              <a:buClr>
                <a:srgbClr val="1D1564"/>
              </a:buClr>
              <a:buFont typeface="Wingdings" panose="05000000000000000000" pitchFamily="2" charset="2"/>
              <a:buChar char="§"/>
              <a:defRPr lang="en-US" sz="1600" kern="1200" dirty="0" smtClean="0">
                <a:solidFill>
                  <a:srgbClr val="262626"/>
                </a:solidFill>
                <a:latin typeface="+mn-lt"/>
                <a:ea typeface="+mn-ea"/>
                <a:cs typeface="+mn-cs"/>
              </a:defRPr>
            </a:lvl3pPr>
            <a:lvl4pPr marL="1097280" indent="-274320" algn="l" defTabSz="914400" rtl="0" eaLnBrk="1" latinLnBrk="0" hangingPunct="1">
              <a:lnSpc>
                <a:spcPct val="100000"/>
              </a:lnSpc>
              <a:spcBef>
                <a:spcPts val="600"/>
              </a:spcBef>
              <a:spcAft>
                <a:spcPts val="600"/>
              </a:spcAft>
              <a:buClr>
                <a:srgbClr val="1D1564"/>
              </a:buClr>
              <a:buFont typeface="Arial" panose="020B0604020202020204" pitchFamily="34" charset="0"/>
              <a:buChar char="•"/>
              <a:defRPr lang="en-US" sz="1600" kern="1200" dirty="0" smtClean="0">
                <a:solidFill>
                  <a:srgbClr val="262626"/>
                </a:solidFill>
                <a:latin typeface="+mn-lt"/>
                <a:ea typeface="+mn-ea"/>
                <a:cs typeface="+mn-cs"/>
              </a:defRPr>
            </a:lvl4pPr>
            <a:lvl5pPr marL="1371600" indent="-274320" algn="l" defTabSz="914400" rtl="0" eaLnBrk="1" latinLnBrk="0" hangingPunct="1">
              <a:lnSpc>
                <a:spcPct val="100000"/>
              </a:lnSpc>
              <a:spcBef>
                <a:spcPts val="600"/>
              </a:spcBef>
              <a:spcAft>
                <a:spcPts val="600"/>
              </a:spcAft>
              <a:buClr>
                <a:srgbClr val="1D1564"/>
              </a:buClr>
              <a:buFont typeface="Courier New" panose="02070309020205020404" pitchFamily="49" charset="0"/>
              <a:buChar char="o"/>
              <a:defRPr lang="en-US" sz="1600" kern="1200" dirty="0">
                <a:solidFill>
                  <a:srgbClr val="262626"/>
                </a:solidFill>
                <a:latin typeface="+mn-lt"/>
                <a:ea typeface="+mn-ea"/>
                <a:cs typeface="+mn-cs"/>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a:extLst>
              <a:ext uri="{FF2B5EF4-FFF2-40B4-BE49-F238E27FC236}">
                <a16:creationId xmlns:a16="http://schemas.microsoft.com/office/drawing/2014/main" id="{B2380843-F36E-1949-B9A3-F9B0FEC10BAE}"/>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606677" y="6217919"/>
            <a:ext cx="1355998" cy="451999"/>
          </a:xfrm>
          <a:prstGeom prst="rect">
            <a:avLst/>
          </a:prstGeom>
        </p:spPr>
      </p:pic>
      <p:sp>
        <p:nvSpPr>
          <p:cNvPr id="2" name="Rectangle 1">
            <a:extLst>
              <a:ext uri="{FF2B5EF4-FFF2-40B4-BE49-F238E27FC236}">
                <a16:creationId xmlns:a16="http://schemas.microsoft.com/office/drawing/2014/main" id="{55439FC3-82D0-864B-805C-6103C617B7B8}"/>
              </a:ext>
            </a:extLst>
          </p:cNvPr>
          <p:cNvSpPr/>
          <p:nvPr userDrawn="1"/>
        </p:nvSpPr>
        <p:spPr>
          <a:xfrm>
            <a:off x="0" y="6788150"/>
            <a:ext cx="12192000" cy="698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54855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3_Title Slide">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857"/>
            <a:ext cx="12188952" cy="6856285"/>
          </a:xfrm>
          <a:prstGeom prst="rect">
            <a:avLst/>
          </a:prstGeom>
        </p:spPr>
      </p:pic>
      <p:pic>
        <p:nvPicPr>
          <p:cNvPr id="4" name="Picture 3" descr="Logo&#10;&#10;Description automatically generated">
            <a:extLst>
              <a:ext uri="{FF2B5EF4-FFF2-40B4-BE49-F238E27FC236}">
                <a16:creationId xmlns:a16="http://schemas.microsoft.com/office/drawing/2014/main" id="{05EB7333-1EA9-C143-81E6-31F92E2FBCA8}"/>
              </a:ext>
            </a:extLst>
          </p:cNvPr>
          <p:cNvPicPr>
            <a:picLocks noChangeAspect="1"/>
          </p:cNvPicPr>
          <p:nvPr userDrawn="1"/>
        </p:nvPicPr>
        <p:blipFill>
          <a:blip r:embed="rId3"/>
          <a:stretch>
            <a:fillRect/>
          </a:stretch>
        </p:blipFill>
        <p:spPr>
          <a:xfrm>
            <a:off x="3321719" y="2947779"/>
            <a:ext cx="2881826" cy="962442"/>
          </a:xfrm>
          <a:prstGeom prst="rect">
            <a:avLst/>
          </a:prstGeom>
        </p:spPr>
      </p:pic>
    </p:spTree>
    <p:extLst>
      <p:ext uri="{BB962C8B-B14F-4D97-AF65-F5344CB8AC3E}">
        <p14:creationId xmlns:p14="http://schemas.microsoft.com/office/powerpoint/2010/main" val="3525518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493829" y="5791200"/>
            <a:ext cx="1416269" cy="474787"/>
          </a:xfrm>
          <a:prstGeom prst="rect">
            <a:avLst/>
          </a:prstGeom>
        </p:spPr>
      </p:pic>
      <p:sp>
        <p:nvSpPr>
          <p:cNvPr id="2" name="Title Placeholder 1"/>
          <p:cNvSpPr>
            <a:spLocks noGrp="1"/>
          </p:cNvSpPr>
          <p:nvPr>
            <p:ph type="title"/>
          </p:nvPr>
        </p:nvSpPr>
        <p:spPr>
          <a:xfrm>
            <a:off x="314552" y="333373"/>
            <a:ext cx="9253728" cy="466344"/>
          </a:xfrm>
          <a:prstGeom prst="rect">
            <a:avLst/>
          </a:prstGeom>
        </p:spPr>
        <p:txBody>
          <a:bodyPr vert="horz" lIns="0" tIns="0" rIns="0" bIns="0" rtlCol="0" anchor="ctr">
            <a:normAutofit/>
          </a:bodyPr>
          <a:lstStyle/>
          <a:p>
            <a:r>
              <a:rPr lang="en-US"/>
              <a:t>Click to edit Master title style</a:t>
            </a:r>
            <a:endParaRPr lang="en-US" dirty="0"/>
          </a:p>
        </p:txBody>
      </p:sp>
      <p:sp>
        <p:nvSpPr>
          <p:cNvPr id="5" name="GS Doctop Placeholder" hidden="1"/>
          <p:cNvSpPr txBox="1"/>
          <p:nvPr userDrawn="1"/>
        </p:nvSpPr>
        <p:spPr>
          <a:xfrm>
            <a:off x="546100" y="0"/>
            <a:ext cx="5651500" cy="338554"/>
          </a:xfrm>
          <a:prstGeom prst="rect">
            <a:avLst/>
          </a:prstGeom>
          <a:noFill/>
        </p:spPr>
        <p:txBody>
          <a:bodyPr vert="horz" rtlCol="0">
            <a:spAutoFit/>
          </a:bodyPr>
          <a:lstStyle/>
          <a:p>
            <a:pPr algn="l"/>
            <a:r>
              <a:rPr lang="en-US" sz="800" b="0">
                <a:latin typeface="Arial" panose="020B0604020202020204" pitchFamily="34" charset="0"/>
              </a:rPr>
              <a:t>IBDROOT\PROJECTS\IBD-NY\VISTAS2020\657440_1\Due Diligence\Presentation\Project SYMPHONY_Oboe Diligence Materials_v06.pptx</a:t>
            </a:r>
            <a:endParaRPr lang="en-US" sz="800" b="0" dirty="0">
              <a:latin typeface="Arial" panose="020B0604020202020204" pitchFamily="34" charset="0"/>
            </a:endParaRPr>
          </a:p>
        </p:txBody>
      </p:sp>
      <p:sp>
        <p:nvSpPr>
          <p:cNvPr id="9" name="Text Placeholder 8"/>
          <p:cNvSpPr>
            <a:spLocks noGrp="1"/>
          </p:cNvSpPr>
          <p:nvPr>
            <p:ph type="body" idx="1"/>
          </p:nvPr>
        </p:nvSpPr>
        <p:spPr>
          <a:xfrm>
            <a:off x="314552" y="1147989"/>
            <a:ext cx="9561286" cy="4643211"/>
          </a:xfrm>
          <a:prstGeom prst="rect">
            <a:avLst/>
          </a:prstGeom>
        </p:spPr>
        <p:txBody>
          <a:bodyPr vert="horz" lIns="0" tIns="0" rIns="0" bIns="0" rtlCol="0">
            <a:normAutofit/>
          </a:bodyPr>
          <a:lstStyle/>
          <a:p>
            <a:pPr marL="274320" lvl="0" indent="-274320" algn="l" defTabSz="914400" rtl="0" eaLnBrk="1" latinLnBrk="0" hangingPunct="1">
              <a:lnSpc>
                <a:spcPct val="100000"/>
              </a:lnSpc>
              <a:spcBef>
                <a:spcPts val="600"/>
              </a:spcBef>
              <a:spcAft>
                <a:spcPts val="600"/>
              </a:spcAft>
              <a:buFont typeface="Wingdings" panose="05000000000000000000" pitchFamily="2" charset="2"/>
              <a:buChar char="Ø"/>
            </a:pPr>
            <a:r>
              <a:rPr lang="en-US" dirty="0"/>
              <a:t>Edit Master text styles</a:t>
            </a:r>
          </a:p>
          <a:p>
            <a:pPr marL="548640" lvl="1" indent="-274320" algn="l" defTabSz="914400" rtl="0" eaLnBrk="1" latinLnBrk="0" hangingPunct="1">
              <a:lnSpc>
                <a:spcPct val="100000"/>
              </a:lnSpc>
              <a:spcBef>
                <a:spcPts val="600"/>
              </a:spcBef>
              <a:spcAft>
                <a:spcPts val="600"/>
              </a:spcAft>
              <a:buClr>
                <a:srgbClr val="1D1564"/>
              </a:buClr>
              <a:buSzPct val="75000"/>
              <a:buFont typeface="Wingdings" panose="05000000000000000000" pitchFamily="2" charset="2"/>
              <a:buChar char="v"/>
            </a:pPr>
            <a:r>
              <a:rPr lang="en-US" dirty="0"/>
              <a:t>Second level</a:t>
            </a:r>
          </a:p>
          <a:p>
            <a:pPr marL="822960" lvl="2" indent="-274320" algn="l" defTabSz="914400" rtl="0" eaLnBrk="1" latinLnBrk="0" hangingPunct="1">
              <a:lnSpc>
                <a:spcPct val="100000"/>
              </a:lnSpc>
              <a:spcBef>
                <a:spcPts val="600"/>
              </a:spcBef>
              <a:spcAft>
                <a:spcPts val="600"/>
              </a:spcAft>
              <a:buClr>
                <a:srgbClr val="1D1564"/>
              </a:buClr>
              <a:buFont typeface="Wingdings" panose="05000000000000000000" pitchFamily="2" charset="2"/>
              <a:buChar char="§"/>
            </a:pPr>
            <a:r>
              <a:rPr lang="en-US" dirty="0"/>
              <a:t>Third level</a:t>
            </a:r>
          </a:p>
          <a:p>
            <a:pPr marL="1097280" lvl="3" indent="-274320" algn="l" defTabSz="914400" rtl="0" eaLnBrk="1" latinLnBrk="0" hangingPunct="1">
              <a:lnSpc>
                <a:spcPct val="100000"/>
              </a:lnSpc>
              <a:spcBef>
                <a:spcPts val="600"/>
              </a:spcBef>
              <a:spcAft>
                <a:spcPts val="600"/>
              </a:spcAft>
              <a:buClr>
                <a:srgbClr val="1D1564"/>
              </a:buClr>
              <a:buFont typeface="Arial" panose="020B0604020202020204" pitchFamily="34" charset="0"/>
              <a:buChar char="•"/>
            </a:pPr>
            <a:r>
              <a:rPr lang="en-US" dirty="0"/>
              <a:t>Fourth level</a:t>
            </a:r>
          </a:p>
          <a:p>
            <a:pPr marL="1371600" lvl="4" indent="-274320" algn="l" defTabSz="914400" rtl="0" eaLnBrk="1" latinLnBrk="0" hangingPunct="1">
              <a:lnSpc>
                <a:spcPct val="100000"/>
              </a:lnSpc>
              <a:spcBef>
                <a:spcPts val="600"/>
              </a:spcBef>
              <a:spcAft>
                <a:spcPts val="600"/>
              </a:spcAft>
              <a:buClr>
                <a:srgbClr val="1D1564"/>
              </a:buClr>
              <a:buFont typeface="Courier New" panose="02070309020205020404" pitchFamily="49" charset="0"/>
              <a:buChar char="o"/>
            </a:pPr>
            <a:r>
              <a:rPr lang="en-US" dirty="0"/>
              <a:t>Fifth level</a:t>
            </a:r>
          </a:p>
        </p:txBody>
      </p:sp>
      <p:sp>
        <p:nvSpPr>
          <p:cNvPr id="3" name="Slide Number Placeholder 2"/>
          <p:cNvSpPr>
            <a:spLocks noGrp="1"/>
          </p:cNvSpPr>
          <p:nvPr>
            <p:ph type="sldNum" sz="quarter" idx="4"/>
          </p:nvPr>
        </p:nvSpPr>
        <p:spPr>
          <a:xfrm>
            <a:off x="11161485" y="6356350"/>
            <a:ext cx="703943" cy="365125"/>
          </a:xfrm>
          <a:prstGeom prst="rect">
            <a:avLst/>
          </a:prstGeom>
        </p:spPr>
        <p:txBody>
          <a:bodyPr vert="horz" lIns="0" tIns="45720" rIns="0" bIns="45720" rtlCol="0" anchor="ctr"/>
          <a:lstStyle>
            <a:lvl1pPr algn="r">
              <a:defRPr sz="1200">
                <a:solidFill>
                  <a:schemeClr val="bg1"/>
                </a:solidFill>
                <a:latin typeface="+mj-lt"/>
              </a:defRPr>
            </a:lvl1pPr>
          </a:lstStyle>
          <a:p>
            <a:fld id="{46616483-2A41-4A20-BD01-F9E46BA69A42}" type="slidenum">
              <a:rPr lang="en-US" smtClean="0"/>
              <a:pPr/>
              <a:t>‹#›</a:t>
            </a:fld>
            <a:endParaRPr lang="en-US" dirty="0"/>
          </a:p>
        </p:txBody>
      </p:sp>
    </p:spTree>
    <p:extLst>
      <p:ext uri="{BB962C8B-B14F-4D97-AF65-F5344CB8AC3E}">
        <p14:creationId xmlns:p14="http://schemas.microsoft.com/office/powerpoint/2010/main" val="2845505242"/>
      </p:ext>
    </p:extLst>
  </p:cSld>
  <p:clrMap bg1="lt1" tx1="dk1" bg2="lt2" tx2="dk2" accent1="accent1" accent2="accent2" accent3="accent3" accent4="accent4" accent5="accent5" accent6="accent6" hlink="hlink" folHlink="folHlink"/>
  <p:sldLayoutIdLst>
    <p:sldLayoutId id="2147483726" r:id="rId1"/>
    <p:sldLayoutId id="2147483731" r:id="rId2"/>
    <p:sldLayoutId id="2147483727" r:id="rId3"/>
    <p:sldLayoutId id="2147483730" r:id="rId4"/>
    <p:sldLayoutId id="2147483728" r:id="rId5"/>
    <p:sldLayoutId id="2147483729" r:id="rId6"/>
    <p:sldLayoutId id="2147483732" r:id="rId7"/>
    <p:sldLayoutId id="2147483733" r:id="rId8"/>
    <p:sldLayoutId id="2147483734" r:id="rId9"/>
    <p:sldLayoutId id="2147483735" r:id="rId10"/>
  </p:sldLayoutIdLst>
  <p:hf hdr="0" ftr="0" dt="0"/>
  <p:txStyles>
    <p:titleStyle>
      <a:lvl1pPr marL="0" algn="l" defTabSz="914400" rtl="0" eaLnBrk="1" latinLnBrk="0" hangingPunct="1">
        <a:lnSpc>
          <a:spcPct val="100000"/>
        </a:lnSpc>
        <a:spcBef>
          <a:spcPct val="0"/>
        </a:spcBef>
        <a:buNone/>
        <a:defRPr lang="en-US" sz="2400" b="0" kern="1200" baseline="0" dirty="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lang="en-US" sz="1600" kern="1200" dirty="0" smtClean="0">
          <a:solidFill>
            <a:schemeClr val="tx1">
              <a:lumMod val="85000"/>
              <a:lumOff val="15000"/>
            </a:schemeClr>
          </a:solidFill>
          <a:latin typeface="+mn-lt"/>
          <a:ea typeface="+mn-ea"/>
          <a:cs typeface="+mn-cs"/>
        </a:defRPr>
      </a:lvl1pPr>
      <a:lvl2pPr marL="731520" indent="-457200" algn="l" defTabSz="914400" rtl="0" eaLnBrk="1" latinLnBrk="0" hangingPunct="1">
        <a:lnSpc>
          <a:spcPct val="90000"/>
        </a:lnSpc>
        <a:spcBef>
          <a:spcPts val="500"/>
        </a:spcBef>
        <a:buFont typeface="Wingdings" panose="05000000000000000000" pitchFamily="2" charset="2"/>
        <a:buChar char="§"/>
        <a:defRPr lang="en-US" sz="1600" kern="1200" dirty="0" smtClean="0">
          <a:solidFill>
            <a:schemeClr val="tx1">
              <a:lumMod val="85000"/>
              <a:lumOff val="15000"/>
            </a:schemeClr>
          </a:solidFill>
          <a:latin typeface="+mn-lt"/>
          <a:ea typeface="+mn-ea"/>
          <a:cs typeface="+mn-cs"/>
        </a:defRPr>
      </a:lvl2pPr>
      <a:lvl3pPr marL="834390" indent="-285750" algn="l" defTabSz="914400" rtl="0" eaLnBrk="1" latinLnBrk="0" hangingPunct="1">
        <a:lnSpc>
          <a:spcPct val="90000"/>
        </a:lnSpc>
        <a:spcBef>
          <a:spcPts val="500"/>
        </a:spcBef>
        <a:buFont typeface="Wingdings" panose="05000000000000000000" pitchFamily="2" charset="2"/>
        <a:buChar char="§"/>
        <a:defRPr lang="en-US" sz="1600" kern="1200" dirty="0" smtClean="0">
          <a:solidFill>
            <a:schemeClr val="tx1">
              <a:lumMod val="85000"/>
              <a:lumOff val="15000"/>
            </a:schemeClr>
          </a:solidFill>
          <a:latin typeface="+mn-lt"/>
          <a:ea typeface="+mn-ea"/>
          <a:cs typeface="+mn-cs"/>
        </a:defRPr>
      </a:lvl3pPr>
      <a:lvl4pPr marL="1108710" indent="-285750" algn="l" defTabSz="990600" rtl="0" eaLnBrk="1" latinLnBrk="0" hangingPunct="1">
        <a:lnSpc>
          <a:spcPct val="90000"/>
        </a:lnSpc>
        <a:spcBef>
          <a:spcPts val="500"/>
        </a:spcBef>
        <a:buFont typeface="Wingdings" panose="05000000000000000000" pitchFamily="2" charset="2"/>
        <a:buChar char="§"/>
        <a:defRPr lang="en-US" sz="1600" kern="1200" dirty="0" smtClean="0">
          <a:solidFill>
            <a:schemeClr val="tx1">
              <a:lumMod val="85000"/>
              <a:lumOff val="15000"/>
            </a:schemeClr>
          </a:solidFill>
          <a:latin typeface="+mn-lt"/>
          <a:ea typeface="+mn-ea"/>
          <a:cs typeface="+mn-cs"/>
        </a:defRPr>
      </a:lvl4pPr>
      <a:lvl5pPr marL="1440180" indent="-342900" algn="l" defTabSz="914400" rtl="0" eaLnBrk="1" latinLnBrk="0" hangingPunct="1">
        <a:lnSpc>
          <a:spcPct val="90000"/>
        </a:lnSpc>
        <a:spcBef>
          <a:spcPts val="500"/>
        </a:spcBef>
        <a:buFont typeface="Wingdings" panose="05000000000000000000" pitchFamily="2" charset="2"/>
        <a:buChar char="§"/>
        <a:defRPr lang="en-US" sz="1600" kern="1200" dirty="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3" userDrawn="1">
          <p15:clr>
            <a:srgbClr val="F26B43"/>
          </p15:clr>
        </p15:guide>
        <p15:guide id="3" orient="horz" pos="624" userDrawn="1">
          <p15:clr>
            <a:srgbClr val="F26B43"/>
          </p15:clr>
        </p15:guide>
        <p15:guide id="4" pos="6221" userDrawn="1">
          <p15:clr>
            <a:srgbClr val="F26B43"/>
          </p15:clr>
        </p15:guide>
        <p15:guide id="5" pos="189" userDrawn="1">
          <p15:clr>
            <a:srgbClr val="F26B43"/>
          </p15:clr>
        </p15:guide>
        <p15:guide id="6" orient="horz" pos="714" userDrawn="1">
          <p15:clr>
            <a:srgbClr val="F26B43"/>
          </p15:clr>
        </p15:guide>
        <p15:guide id="7" orient="horz" pos="3738" userDrawn="1">
          <p15:clr>
            <a:srgbClr val="F26B43"/>
          </p15:clr>
        </p15:guide>
        <p15:guide id="8" orient="horz" pos="364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98843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F7F289D-2757-0342-BE5D-531BF0C679A0}"/>
              </a:ext>
            </a:extLst>
          </p:cNvPr>
          <p:cNvSpPr>
            <a:spLocks noGrp="1"/>
          </p:cNvSpPr>
          <p:nvPr>
            <p:ph type="body" sz="quarter" idx="10"/>
          </p:nvPr>
        </p:nvSpPr>
        <p:spPr>
          <a:xfrm>
            <a:off x="2299317" y="5049618"/>
            <a:ext cx="6978033" cy="495300"/>
          </a:xfrm>
        </p:spPr>
        <p:txBody>
          <a:bodyPr>
            <a:normAutofit/>
          </a:bodyPr>
          <a:lstStyle/>
          <a:p>
            <a:r>
              <a:rPr lang="en-IN" sz="2800" dirty="0"/>
              <a:t>Placement</a:t>
            </a:r>
            <a:endParaRPr lang="en-US" sz="2500" b="1" dirty="0"/>
          </a:p>
        </p:txBody>
      </p:sp>
    </p:spTree>
    <p:extLst>
      <p:ext uri="{BB962C8B-B14F-4D97-AF65-F5344CB8AC3E}">
        <p14:creationId xmlns:p14="http://schemas.microsoft.com/office/powerpoint/2010/main" val="1438189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D67FF-75AE-4F22-8549-01C40EE1DF3C}"/>
              </a:ext>
            </a:extLst>
          </p:cNvPr>
          <p:cNvSpPr>
            <a:spLocks noGrp="1"/>
          </p:cNvSpPr>
          <p:nvPr>
            <p:ph type="title"/>
          </p:nvPr>
        </p:nvSpPr>
        <p:spPr/>
        <p:txBody>
          <a:bodyPr/>
          <a:lstStyle/>
          <a:p>
            <a:r>
              <a:rPr lang="en-US" b="1" dirty="0" smtClean="0"/>
              <a:t>Placement </a:t>
            </a:r>
            <a:endParaRPr lang="en-US" b="1" dirty="0"/>
          </a:p>
        </p:txBody>
      </p:sp>
      <p:sp>
        <p:nvSpPr>
          <p:cNvPr id="3" name="Text Placeholder 2">
            <a:extLst>
              <a:ext uri="{FF2B5EF4-FFF2-40B4-BE49-F238E27FC236}">
                <a16:creationId xmlns:a16="http://schemas.microsoft.com/office/drawing/2014/main" id="{B98F123B-625D-4706-99CC-8894E356DA91}"/>
              </a:ext>
            </a:extLst>
          </p:cNvPr>
          <p:cNvSpPr>
            <a:spLocks noGrp="1"/>
          </p:cNvSpPr>
          <p:nvPr>
            <p:ph type="body" sz="quarter" idx="10"/>
          </p:nvPr>
        </p:nvSpPr>
        <p:spPr>
          <a:xfrm>
            <a:off x="314552" y="1031967"/>
            <a:ext cx="9561286" cy="4963884"/>
          </a:xfrm>
        </p:spPr>
        <p:txBody>
          <a:bodyPr>
            <a:noAutofit/>
          </a:bodyPr>
          <a:lstStyle/>
          <a:p>
            <a:r>
              <a:rPr lang="en-US" sz="1800" dirty="0">
                <a:latin typeface="Calibri" panose="020F0502020204030204" pitchFamily="34" charset="0"/>
                <a:cs typeface="Calibri" panose="020F0502020204030204" pitchFamily="34" charset="0"/>
              </a:rPr>
              <a:t>Contains two body system </a:t>
            </a:r>
            <a:r>
              <a:rPr lang="en-US" sz="1800" dirty="0" smtClean="0">
                <a:latin typeface="Calibri" panose="020F0502020204030204" pitchFamily="34" charset="0"/>
                <a:cs typeface="Calibri" panose="020F0502020204030204" pitchFamily="34" charset="0"/>
              </a:rPr>
              <a:t>values</a:t>
            </a:r>
          </a:p>
          <a:p>
            <a:pPr lvl="1"/>
            <a:r>
              <a:rPr lang="en-US" sz="1800" dirty="0">
                <a:latin typeface="Calibri" panose="020F0502020204030204" pitchFamily="34" charset="0"/>
                <a:cs typeface="Calibri" panose="020F0502020204030204" pitchFamily="34" charset="0"/>
              </a:rPr>
              <a:t>Anatomical Regions </a:t>
            </a:r>
          </a:p>
          <a:p>
            <a:pPr lvl="1"/>
            <a:r>
              <a:rPr lang="en-US" sz="1800" dirty="0">
                <a:latin typeface="Calibri" panose="020F0502020204030204" pitchFamily="34" charset="0"/>
                <a:cs typeface="Calibri" panose="020F0502020204030204" pitchFamily="34" charset="0"/>
              </a:rPr>
              <a:t>Anatomical Orifices </a:t>
            </a:r>
          </a:p>
          <a:p>
            <a:r>
              <a:rPr lang="en-US" sz="1800" dirty="0">
                <a:latin typeface="Calibri" panose="020F0502020204030204" pitchFamily="34" charset="0"/>
                <a:cs typeface="Calibri" panose="020F0502020204030204" pitchFamily="34" charset="0"/>
              </a:rPr>
              <a:t>Five root operations unique to this section </a:t>
            </a:r>
            <a:endParaRPr lang="en-US" sz="1800" dirty="0" smtClean="0">
              <a:latin typeface="Calibri" panose="020F0502020204030204" pitchFamily="34" charset="0"/>
              <a:cs typeface="Calibri" panose="020F0502020204030204" pitchFamily="34" charset="0"/>
            </a:endParaRPr>
          </a:p>
          <a:p>
            <a:pPr lvl="1"/>
            <a:r>
              <a:rPr lang="en-US" sz="1800" dirty="0">
                <a:latin typeface="Calibri" panose="020F0502020204030204" pitchFamily="34" charset="0"/>
                <a:cs typeface="Calibri" panose="020F0502020204030204" pitchFamily="34" charset="0"/>
              </a:rPr>
              <a:t>Compression </a:t>
            </a:r>
            <a:r>
              <a:rPr lang="en-US" sz="1800" dirty="0" smtClean="0">
                <a:latin typeface="Calibri" panose="020F0502020204030204" pitchFamily="34" charset="0"/>
                <a:cs typeface="Calibri" panose="020F0502020204030204" pitchFamily="34" charset="0"/>
              </a:rPr>
              <a:t>- Putting </a:t>
            </a:r>
            <a:r>
              <a:rPr lang="en-US" sz="1800" dirty="0">
                <a:latin typeface="Calibri" panose="020F0502020204030204" pitchFamily="34" charset="0"/>
                <a:cs typeface="Calibri" panose="020F0502020204030204" pitchFamily="34" charset="0"/>
              </a:rPr>
              <a:t>pressure on a body region </a:t>
            </a:r>
          </a:p>
          <a:p>
            <a:pPr lvl="1"/>
            <a:r>
              <a:rPr lang="en-US" sz="1800" dirty="0">
                <a:latin typeface="Calibri" panose="020F0502020204030204" pitchFamily="34" charset="0"/>
                <a:cs typeface="Calibri" panose="020F0502020204030204" pitchFamily="34" charset="0"/>
              </a:rPr>
              <a:t>Dressing </a:t>
            </a:r>
            <a:r>
              <a:rPr lang="en-US" sz="1800" dirty="0" smtClean="0">
                <a:latin typeface="Calibri" panose="020F0502020204030204" pitchFamily="34" charset="0"/>
                <a:cs typeface="Calibri" panose="020F0502020204030204" pitchFamily="34" charset="0"/>
              </a:rPr>
              <a:t>- Putting </a:t>
            </a:r>
            <a:r>
              <a:rPr lang="en-US" sz="1800" dirty="0">
                <a:latin typeface="Calibri" panose="020F0502020204030204" pitchFamily="34" charset="0"/>
                <a:cs typeface="Calibri" panose="020F0502020204030204" pitchFamily="34" charset="0"/>
              </a:rPr>
              <a:t>material on a body region for protection </a:t>
            </a:r>
          </a:p>
          <a:p>
            <a:pPr lvl="1"/>
            <a:r>
              <a:rPr lang="en-US" sz="1800" dirty="0">
                <a:latin typeface="Calibri" panose="020F0502020204030204" pitchFamily="34" charset="0"/>
                <a:cs typeface="Calibri" panose="020F0502020204030204" pitchFamily="34" charset="0"/>
              </a:rPr>
              <a:t>Immobilization - Limiting or preventing motion of a body region</a:t>
            </a:r>
          </a:p>
          <a:p>
            <a:pPr lvl="1"/>
            <a:r>
              <a:rPr lang="en-US" sz="1800" dirty="0">
                <a:latin typeface="Calibri" panose="020F0502020204030204" pitchFamily="34" charset="0"/>
                <a:cs typeface="Calibri" panose="020F0502020204030204" pitchFamily="34" charset="0"/>
              </a:rPr>
              <a:t>Packing - Putting material in a body region or orifice</a:t>
            </a:r>
          </a:p>
          <a:p>
            <a:pPr lvl="1"/>
            <a:r>
              <a:rPr lang="en-US" sz="1800" dirty="0">
                <a:latin typeface="Calibri" panose="020F0502020204030204" pitchFamily="34" charset="0"/>
                <a:cs typeface="Calibri" panose="020F0502020204030204" pitchFamily="34" charset="0"/>
              </a:rPr>
              <a:t>Traction - Exerting a pulling force on a body region in a distal direction</a:t>
            </a:r>
          </a:p>
          <a:p>
            <a:r>
              <a:rPr lang="en-US" sz="1800" dirty="0" smtClean="0">
                <a:latin typeface="Calibri" panose="020F0502020204030204" pitchFamily="34" charset="0"/>
                <a:cs typeface="Calibri" panose="020F0502020204030204" pitchFamily="34" charset="0"/>
              </a:rPr>
              <a:t>Two </a:t>
            </a:r>
            <a:r>
              <a:rPr lang="en-US" sz="1800" dirty="0">
                <a:latin typeface="Calibri" panose="020F0502020204030204" pitchFamily="34" charset="0"/>
                <a:cs typeface="Calibri" panose="020F0502020204030204" pitchFamily="34" charset="0"/>
              </a:rPr>
              <a:t>root operations common to other sections </a:t>
            </a:r>
            <a:endParaRPr lang="en-US" sz="1800" dirty="0" smtClean="0">
              <a:latin typeface="Calibri" panose="020F0502020204030204" pitchFamily="34" charset="0"/>
              <a:cs typeface="Calibri" panose="020F0502020204030204" pitchFamily="34" charset="0"/>
            </a:endParaRPr>
          </a:p>
          <a:p>
            <a:pPr lvl="1"/>
            <a:r>
              <a:rPr lang="en-US" sz="1800" dirty="0" smtClean="0">
                <a:latin typeface="Calibri" panose="020F0502020204030204" pitchFamily="34" charset="0"/>
                <a:cs typeface="Calibri" panose="020F0502020204030204" pitchFamily="34" charset="0"/>
              </a:rPr>
              <a:t>Change </a:t>
            </a:r>
          </a:p>
          <a:p>
            <a:pPr lvl="1"/>
            <a:r>
              <a:rPr lang="en-US" sz="1800" dirty="0" smtClean="0">
                <a:latin typeface="Calibri" panose="020F0502020204030204" pitchFamily="34" charset="0"/>
                <a:cs typeface="Calibri" panose="020F0502020204030204" pitchFamily="34" charset="0"/>
              </a:rPr>
              <a:t>Removal</a:t>
            </a:r>
          </a:p>
          <a:p>
            <a:pPr marL="274320" lvl="1" indent="0">
              <a:buNone/>
            </a:pPr>
            <a:endParaRPr lang="en-US"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859430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2C452-7771-4936-82B0-C2E929A9F129}"/>
              </a:ext>
            </a:extLst>
          </p:cNvPr>
          <p:cNvSpPr>
            <a:spLocks noGrp="1"/>
          </p:cNvSpPr>
          <p:nvPr>
            <p:ph type="title"/>
          </p:nvPr>
        </p:nvSpPr>
        <p:spPr/>
        <p:txBody>
          <a:bodyPr/>
          <a:lstStyle/>
          <a:p>
            <a:r>
              <a:rPr lang="en-US" dirty="0"/>
              <a:t>Placement </a:t>
            </a:r>
          </a:p>
        </p:txBody>
      </p:sp>
      <p:sp>
        <p:nvSpPr>
          <p:cNvPr id="3" name="Text Placeholder 2">
            <a:extLst>
              <a:ext uri="{FF2B5EF4-FFF2-40B4-BE49-F238E27FC236}">
                <a16:creationId xmlns:a16="http://schemas.microsoft.com/office/drawing/2014/main" id="{73E349D4-06F4-4BAC-B173-8E90E9B18EE9}"/>
              </a:ext>
            </a:extLst>
          </p:cNvPr>
          <p:cNvSpPr>
            <a:spLocks noGrp="1"/>
          </p:cNvSpPr>
          <p:nvPr>
            <p:ph type="body" sz="quarter" idx="10"/>
          </p:nvPr>
        </p:nvSpPr>
        <p:spPr>
          <a:xfrm>
            <a:off x="314552" y="940525"/>
            <a:ext cx="11233014" cy="4850675"/>
          </a:xfrm>
        </p:spPr>
        <p:txBody>
          <a:bodyPr>
            <a:normAutofit/>
          </a:bodyPr>
          <a:lstStyle/>
          <a:p>
            <a:pPr marL="0" indent="0" algn="just">
              <a:buNone/>
            </a:pPr>
            <a:r>
              <a:rPr lang="en-IN" sz="1800" b="1" dirty="0" smtClean="0">
                <a:latin typeface="Calibri" panose="020F0502020204030204" pitchFamily="34" charset="0"/>
                <a:cs typeface="Calibri" panose="020F0502020204030204" pitchFamily="34" charset="0"/>
              </a:rPr>
              <a:t>Body Regions/Orifices</a:t>
            </a:r>
          </a:p>
          <a:p>
            <a:pPr marL="0" indent="0" algn="just">
              <a:buNone/>
            </a:pPr>
            <a:r>
              <a:rPr lang="en-US" sz="1800" dirty="0">
                <a:latin typeface="Calibri" panose="020F0502020204030204" pitchFamily="34" charset="0"/>
                <a:cs typeface="Calibri" panose="020F0502020204030204" pitchFamily="34" charset="0"/>
              </a:rPr>
              <a:t>Two types of values: </a:t>
            </a:r>
            <a:endParaRPr lang="en-US" sz="1800" dirty="0" smtClean="0">
              <a:latin typeface="Calibri" panose="020F0502020204030204" pitchFamily="34" charset="0"/>
              <a:cs typeface="Calibri" panose="020F0502020204030204" pitchFamily="34" charset="0"/>
            </a:endParaRPr>
          </a:p>
          <a:p>
            <a:pPr lvl="1" algn="just"/>
            <a:r>
              <a:rPr lang="en-US" sz="1800" dirty="0">
                <a:latin typeface="Calibri" panose="020F0502020204030204" pitchFamily="34" charset="0"/>
                <a:cs typeface="Calibri" panose="020F0502020204030204" pitchFamily="34" charset="0"/>
              </a:rPr>
              <a:t>External body regions (e.g., chest wall) – </a:t>
            </a:r>
          </a:p>
          <a:p>
            <a:pPr lvl="1" algn="just"/>
            <a:r>
              <a:rPr lang="en-US" sz="1800" dirty="0">
                <a:latin typeface="Calibri" panose="020F0502020204030204" pitchFamily="34" charset="0"/>
                <a:cs typeface="Calibri" panose="020F0502020204030204" pitchFamily="34" charset="0"/>
              </a:rPr>
              <a:t>Natural orifices (e.g., mouth and </a:t>
            </a:r>
            <a:r>
              <a:rPr lang="en-US" sz="1800" dirty="0" smtClean="0">
                <a:latin typeface="Calibri" panose="020F0502020204030204" pitchFamily="34" charset="0"/>
                <a:cs typeface="Calibri" panose="020F0502020204030204" pitchFamily="34" charset="0"/>
              </a:rPr>
              <a:t>pharynx)</a:t>
            </a:r>
          </a:p>
          <a:p>
            <a:pPr marL="0" indent="0" algn="just">
              <a:buNone/>
            </a:pPr>
            <a:r>
              <a:rPr lang="en-US" sz="1800" b="1" dirty="0" smtClean="0">
                <a:latin typeface="Calibri" panose="020F0502020204030204" pitchFamily="34" charset="0"/>
                <a:cs typeface="Calibri" panose="020F0502020204030204" pitchFamily="34" charset="0"/>
              </a:rPr>
              <a:t>Devices</a:t>
            </a:r>
          </a:p>
          <a:p>
            <a:pPr lvl="1" algn="just"/>
            <a:r>
              <a:rPr lang="en-US" sz="1800" dirty="0" smtClean="0">
                <a:latin typeface="Calibri" panose="020F0502020204030204" pitchFamily="34" charset="0"/>
                <a:cs typeface="Calibri" panose="020F0502020204030204" pitchFamily="34" charset="0"/>
              </a:rPr>
              <a:t>Specifies </a:t>
            </a:r>
            <a:r>
              <a:rPr lang="en-US" sz="1800" dirty="0">
                <a:latin typeface="Calibri" panose="020F0502020204030204" pitchFamily="34" charset="0"/>
                <a:cs typeface="Calibri" panose="020F0502020204030204" pitchFamily="34" charset="0"/>
              </a:rPr>
              <a:t>the material or device in the placement procedure (e.g., splint, bandage) </a:t>
            </a:r>
            <a:endParaRPr lang="en-US" sz="1800" dirty="0" smtClean="0">
              <a:latin typeface="Calibri" panose="020F0502020204030204" pitchFamily="34" charset="0"/>
              <a:cs typeface="Calibri" panose="020F0502020204030204" pitchFamily="34" charset="0"/>
            </a:endParaRPr>
          </a:p>
          <a:p>
            <a:pPr lvl="1" algn="just"/>
            <a:r>
              <a:rPr lang="en-US" sz="1800" dirty="0" smtClean="0">
                <a:latin typeface="Calibri" panose="020F0502020204030204" pitchFamily="34" charset="0"/>
                <a:cs typeface="Calibri" panose="020F0502020204030204" pitchFamily="34" charset="0"/>
              </a:rPr>
              <a:t>Includes </a:t>
            </a:r>
            <a:r>
              <a:rPr lang="en-US" sz="1800" dirty="0">
                <a:latin typeface="Calibri" panose="020F0502020204030204" pitchFamily="34" charset="0"/>
                <a:cs typeface="Calibri" panose="020F0502020204030204" pitchFamily="34" charset="0"/>
              </a:rPr>
              <a:t>casts for fractures and dislocations </a:t>
            </a:r>
            <a:endParaRPr lang="en-US" sz="1800" dirty="0" smtClean="0">
              <a:latin typeface="Calibri" panose="020F0502020204030204" pitchFamily="34" charset="0"/>
              <a:cs typeface="Calibri" panose="020F0502020204030204" pitchFamily="34" charset="0"/>
            </a:endParaRPr>
          </a:p>
          <a:p>
            <a:pPr lvl="1" algn="just"/>
            <a:r>
              <a:rPr lang="en-US" sz="1800" dirty="0" smtClean="0">
                <a:latin typeface="Calibri" panose="020F0502020204030204" pitchFamily="34" charset="0"/>
                <a:cs typeface="Calibri" panose="020F0502020204030204" pitchFamily="34" charset="0"/>
              </a:rPr>
              <a:t> </a:t>
            </a:r>
            <a:r>
              <a:rPr lang="en-US" sz="1800" dirty="0">
                <a:latin typeface="Calibri" panose="020F0502020204030204" pitchFamily="34" charset="0"/>
                <a:cs typeface="Calibri" panose="020F0502020204030204" pitchFamily="34" charset="0"/>
              </a:rPr>
              <a:t>Devices in the placement section are off the shelf and do not require any extensive design, fabrication or fitting </a:t>
            </a:r>
            <a:endParaRPr lang="en-US" sz="1800" dirty="0" smtClean="0">
              <a:latin typeface="Calibri" panose="020F0502020204030204" pitchFamily="34" charset="0"/>
              <a:cs typeface="Calibri" panose="020F0502020204030204" pitchFamily="34" charset="0"/>
            </a:endParaRPr>
          </a:p>
          <a:p>
            <a:pPr lvl="1" algn="just"/>
            <a:r>
              <a:rPr lang="en-US" sz="1800" dirty="0" smtClean="0">
                <a:latin typeface="Calibri" panose="020F0502020204030204" pitchFamily="34" charset="0"/>
                <a:cs typeface="Calibri" panose="020F0502020204030204" pitchFamily="34" charset="0"/>
              </a:rPr>
              <a:t>The </a:t>
            </a:r>
            <a:r>
              <a:rPr lang="en-US" sz="1800" dirty="0">
                <a:latin typeface="Calibri" panose="020F0502020204030204" pitchFamily="34" charset="0"/>
                <a:cs typeface="Calibri" panose="020F0502020204030204" pitchFamily="34" charset="0"/>
              </a:rPr>
              <a:t>placement of devices that require extensive design, fabrication or fitting are coded in the Rehabilitation section</a:t>
            </a:r>
            <a:endParaRPr lang="en-US" sz="1800" dirty="0" smtClean="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343673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07040-C1DD-436D-8968-A456D5ACF7CE}"/>
              </a:ext>
            </a:extLst>
          </p:cNvPr>
          <p:cNvSpPr>
            <a:spLocks noGrp="1"/>
          </p:cNvSpPr>
          <p:nvPr>
            <p:ph type="title"/>
          </p:nvPr>
        </p:nvSpPr>
        <p:spPr/>
        <p:txBody>
          <a:bodyPr/>
          <a:lstStyle/>
          <a:p>
            <a:r>
              <a:rPr lang="en-US" sz="3600" b="1" dirty="0" smtClean="0">
                <a:latin typeface="Calibri" panose="020F0502020204030204" pitchFamily="34" charset="0"/>
                <a:cs typeface="Calibri" panose="020F0502020204030204" pitchFamily="34" charset="0"/>
              </a:rPr>
              <a:t>Clinical Examples </a:t>
            </a:r>
            <a:endParaRPr lang="en-US" sz="3600" b="1" dirty="0">
              <a:latin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5D5DD4A4-09CB-4070-A810-FFE8EB656FE1}"/>
              </a:ext>
            </a:extLst>
          </p:cNvPr>
          <p:cNvSpPr>
            <a:spLocks noGrp="1"/>
          </p:cNvSpPr>
          <p:nvPr>
            <p:ph type="body" sz="quarter" idx="10"/>
          </p:nvPr>
        </p:nvSpPr>
        <p:spPr>
          <a:xfrm>
            <a:off x="314552" y="979714"/>
            <a:ext cx="11468144" cy="4937759"/>
          </a:xfrm>
        </p:spPr>
        <p:txBody>
          <a:bodyPr>
            <a:normAutofit/>
          </a:bodyPr>
          <a:lstStyle/>
          <a:p>
            <a:pPr marL="0" indent="0" algn="just">
              <a:buNone/>
            </a:pPr>
            <a:r>
              <a:rPr lang="en-US" sz="1800" dirty="0">
                <a:latin typeface="Calibri" panose="020F0502020204030204" pitchFamily="34" charset="0"/>
                <a:cs typeface="Calibri" panose="020F0502020204030204" pitchFamily="34" charset="0"/>
              </a:rPr>
              <a:t>The patient presents to the Emergency Department (ED) and is admitted as an inpatient for treatment of epistaxis associated with anticoagulant use. While in the ED, the provider packed the nose with a nasal tampon to stop the bleeding. What is the appropriate ICD-10-PCS code assignment for the use of nasal tampon to treat </a:t>
            </a:r>
            <a:r>
              <a:rPr lang="en-US" sz="1800" dirty="0" smtClean="0">
                <a:latin typeface="Calibri" panose="020F0502020204030204" pitchFamily="34" charset="0"/>
                <a:cs typeface="Calibri" panose="020F0502020204030204" pitchFamily="34" charset="0"/>
              </a:rPr>
              <a:t>epistaxis</a:t>
            </a:r>
          </a:p>
          <a:p>
            <a:pPr marL="0" indent="0" algn="just">
              <a:buNone/>
            </a:pPr>
            <a:r>
              <a:rPr lang="en-US" sz="1800" b="1" dirty="0" smtClean="0">
                <a:latin typeface="Calibri" panose="020F0502020204030204" pitchFamily="34" charset="0"/>
                <a:cs typeface="Calibri" panose="020F0502020204030204" pitchFamily="34" charset="0"/>
              </a:rPr>
              <a:t>Coding Navigation:</a:t>
            </a:r>
          </a:p>
          <a:p>
            <a:pPr marL="0" indent="0" algn="just">
              <a:buNone/>
            </a:pPr>
            <a:endParaRPr lang="en-US" sz="1800" dirty="0">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2"/>
          <a:stretch>
            <a:fillRect/>
          </a:stretch>
        </p:blipFill>
        <p:spPr>
          <a:xfrm>
            <a:off x="1301779" y="2481943"/>
            <a:ext cx="9200757" cy="3435531"/>
          </a:xfrm>
          <a:prstGeom prst="rect">
            <a:avLst/>
          </a:prstGeom>
        </p:spPr>
      </p:pic>
    </p:spTree>
    <p:extLst>
      <p:ext uri="{BB962C8B-B14F-4D97-AF65-F5344CB8AC3E}">
        <p14:creationId xmlns:p14="http://schemas.microsoft.com/office/powerpoint/2010/main" val="27449489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latin typeface="Calibri" panose="020F0502020204030204" pitchFamily="34" charset="0"/>
                <a:cs typeface="Calibri" panose="020F0502020204030204" pitchFamily="34" charset="0"/>
              </a:rPr>
              <a:t>Clinical Examples </a:t>
            </a:r>
            <a:endParaRPr lang="en-IN" sz="3600" dirty="0"/>
          </a:p>
        </p:txBody>
      </p:sp>
      <p:sp>
        <p:nvSpPr>
          <p:cNvPr id="3" name="Text Placeholder 2"/>
          <p:cNvSpPr>
            <a:spLocks noGrp="1"/>
          </p:cNvSpPr>
          <p:nvPr>
            <p:ph type="body" sz="quarter" idx="10"/>
          </p:nvPr>
        </p:nvSpPr>
        <p:spPr>
          <a:xfrm>
            <a:off x="314552" y="940527"/>
            <a:ext cx="11507334" cy="5290456"/>
          </a:xfrm>
        </p:spPr>
        <p:txBody>
          <a:bodyPr>
            <a:normAutofit/>
          </a:bodyPr>
          <a:lstStyle/>
          <a:p>
            <a:pPr marL="0" indent="0" algn="just">
              <a:buNone/>
            </a:pPr>
            <a:r>
              <a:rPr lang="en-US" sz="1800" dirty="0">
                <a:latin typeface="Calibri" panose="020F0502020204030204" pitchFamily="34" charset="0"/>
                <a:cs typeface="Calibri" panose="020F0502020204030204" pitchFamily="34" charset="0"/>
              </a:rPr>
              <a:t>The patient suffered an unstable fracture of the cervical spine. Tongs were applied and left in place in order to stabilize the fracture. What is the ICD- 10-PCS procedure code for application of tongs for cervical fracture</a:t>
            </a:r>
            <a:r>
              <a:rPr lang="en-US" sz="1800" dirty="0" smtClean="0">
                <a:latin typeface="Calibri" panose="020F0502020204030204" pitchFamily="34" charset="0"/>
                <a:cs typeface="Calibri" panose="020F0502020204030204" pitchFamily="34" charset="0"/>
              </a:rPr>
              <a:t>?</a:t>
            </a:r>
          </a:p>
          <a:p>
            <a:pPr marL="0" indent="0" algn="just">
              <a:buNone/>
            </a:pPr>
            <a:r>
              <a:rPr lang="en-US" sz="1800" dirty="0">
                <a:latin typeface="Calibri" panose="020F0502020204030204" pitchFamily="34" charset="0"/>
                <a:cs typeface="Calibri" panose="020F0502020204030204" pitchFamily="34" charset="0"/>
              </a:rPr>
              <a:t>Assign the following codes for the application of cervical tongs for reduction of cervical fracture</a:t>
            </a:r>
            <a:r>
              <a:rPr lang="en-US" sz="1800" dirty="0" smtClean="0">
                <a:latin typeface="Calibri" panose="020F0502020204030204" pitchFamily="34" charset="0"/>
                <a:cs typeface="Calibri" panose="020F0502020204030204" pitchFamily="34" charset="0"/>
              </a:rPr>
              <a:t>:</a:t>
            </a:r>
            <a:endParaRPr lang="en-US" sz="1800" dirty="0">
              <a:latin typeface="Calibri" panose="020F0502020204030204" pitchFamily="34" charset="0"/>
              <a:cs typeface="Calibri" panose="020F0502020204030204" pitchFamily="34" charset="0"/>
            </a:endParaRPr>
          </a:p>
          <a:p>
            <a:pPr algn="just"/>
            <a:r>
              <a:rPr lang="en-US" sz="1800" dirty="0">
                <a:latin typeface="Calibri" panose="020F0502020204030204" pitchFamily="34" charset="0"/>
                <a:cs typeface="Calibri" panose="020F0502020204030204" pitchFamily="34" charset="0"/>
              </a:rPr>
              <a:t>0PS3XZZ	Reposition cervical vertebra, external </a:t>
            </a:r>
            <a:r>
              <a:rPr lang="en-US" sz="1800" dirty="0" smtClean="0">
                <a:latin typeface="Calibri" panose="020F0502020204030204" pitchFamily="34" charset="0"/>
                <a:cs typeface="Calibri" panose="020F0502020204030204" pitchFamily="34" charset="0"/>
              </a:rPr>
              <a:t>approach </a:t>
            </a:r>
            <a:endParaRPr lang="en-US" sz="1800" dirty="0">
              <a:latin typeface="Calibri" panose="020F0502020204030204" pitchFamily="34" charset="0"/>
              <a:cs typeface="Calibri" panose="020F0502020204030204" pitchFamily="34" charset="0"/>
            </a:endParaRPr>
          </a:p>
          <a:p>
            <a:pPr algn="just"/>
            <a:r>
              <a:rPr lang="en-US" sz="1800" dirty="0">
                <a:latin typeface="Calibri" panose="020F0502020204030204" pitchFamily="34" charset="0"/>
                <a:cs typeface="Calibri" panose="020F0502020204030204" pitchFamily="34" charset="0"/>
              </a:rPr>
              <a:t>2W62X0Z	Traction of neck using traction </a:t>
            </a:r>
            <a:r>
              <a:rPr lang="en-US" sz="1800" dirty="0" smtClean="0">
                <a:latin typeface="Calibri" panose="020F0502020204030204" pitchFamily="34" charset="0"/>
                <a:cs typeface="Calibri" panose="020F0502020204030204" pitchFamily="34" charset="0"/>
              </a:rPr>
              <a:t>apparatus</a:t>
            </a:r>
          </a:p>
          <a:p>
            <a:pPr marL="0" indent="0" algn="just">
              <a:buNone/>
            </a:pPr>
            <a:r>
              <a:rPr lang="en-US" sz="1800" b="1" dirty="0" smtClean="0">
                <a:latin typeface="Calibri" panose="020F0502020204030204" pitchFamily="34" charset="0"/>
                <a:cs typeface="Calibri" panose="020F0502020204030204" pitchFamily="34" charset="0"/>
              </a:rPr>
              <a:t>Code Navigation:</a:t>
            </a:r>
            <a:endParaRPr lang="en-IN" sz="1800" b="1" dirty="0">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2"/>
          <a:stretch>
            <a:fillRect/>
          </a:stretch>
        </p:blipFill>
        <p:spPr>
          <a:xfrm>
            <a:off x="2174208" y="2965269"/>
            <a:ext cx="9020661" cy="3095896"/>
          </a:xfrm>
          <a:prstGeom prst="rect">
            <a:avLst/>
          </a:prstGeom>
        </p:spPr>
      </p:pic>
    </p:spTree>
    <p:extLst>
      <p:ext uri="{BB962C8B-B14F-4D97-AF65-F5344CB8AC3E}">
        <p14:creationId xmlns:p14="http://schemas.microsoft.com/office/powerpoint/2010/main" val="1386839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smtClean="0">
                <a:latin typeface="Calibri" panose="020F0502020204030204" pitchFamily="34" charset="0"/>
                <a:cs typeface="Calibri" panose="020F0502020204030204" pitchFamily="34" charset="0"/>
              </a:rPr>
              <a:t>Coding Clinic</a:t>
            </a:r>
            <a:endParaRPr lang="en-IN" sz="3600" b="1" dirty="0">
              <a:latin typeface="Calibri" panose="020F0502020204030204" pitchFamily="34" charset="0"/>
              <a:cs typeface="Calibri" panose="020F0502020204030204" pitchFamily="34" charset="0"/>
            </a:endParaRPr>
          </a:p>
        </p:txBody>
      </p:sp>
      <p:sp>
        <p:nvSpPr>
          <p:cNvPr id="3" name="Text Placeholder 2"/>
          <p:cNvSpPr>
            <a:spLocks noGrp="1"/>
          </p:cNvSpPr>
          <p:nvPr>
            <p:ph type="body" sz="quarter" idx="10"/>
          </p:nvPr>
        </p:nvSpPr>
        <p:spPr>
          <a:xfrm>
            <a:off x="314551" y="1147989"/>
            <a:ext cx="11585711" cy="4643211"/>
          </a:xfrm>
        </p:spPr>
        <p:txBody>
          <a:bodyPr>
            <a:normAutofit/>
          </a:bodyPr>
          <a:lstStyle/>
          <a:p>
            <a:pPr marL="0" indent="0" algn="just">
              <a:buNone/>
            </a:pPr>
            <a:r>
              <a:rPr lang="en-US" sz="1800" dirty="0" smtClean="0">
                <a:latin typeface="Calibri" panose="020F0502020204030204" pitchFamily="34" charset="0"/>
                <a:cs typeface="Calibri" panose="020F0502020204030204" pitchFamily="34" charset="0"/>
              </a:rPr>
              <a:t>A </a:t>
            </a:r>
            <a:r>
              <a:rPr lang="en-US" sz="1800" dirty="0">
                <a:latin typeface="Calibri" panose="020F0502020204030204" pitchFamily="34" charset="0"/>
                <a:cs typeface="Calibri" panose="020F0502020204030204" pitchFamily="34" charset="0"/>
              </a:rPr>
              <a:t>patient presents for debridement of a full-thickness burn to the left lower leg. The provider performs excisional debridement down to and including fascia, and then covers the wound bed with a </a:t>
            </a:r>
            <a:r>
              <a:rPr lang="en-US" sz="1800" dirty="0" err="1">
                <a:latin typeface="Calibri" panose="020F0502020204030204" pitchFamily="34" charset="0"/>
                <a:cs typeface="Calibri" panose="020F0502020204030204" pitchFamily="34" charset="0"/>
              </a:rPr>
              <a:t>bioabsorbable</a:t>
            </a:r>
            <a:r>
              <a:rPr lang="en-US" sz="1800" dirty="0">
                <a:latin typeface="Calibri" panose="020F0502020204030204" pitchFamily="34" charset="0"/>
                <a:cs typeface="Calibri" panose="020F0502020204030204" pitchFamily="34" charset="0"/>
              </a:rPr>
              <a:t> wound dressing. The dressing consists of a biocompatible synthetic matrix placed onto the wound to provide a framework for the tissue to regenerate, temporarily closing the wound. Is this classified as wound dressing, skin replacement or other therapeutic substance? What is the appropriate ICD-10-PCS code for the application of a biodegradable wound dressing?</a:t>
            </a:r>
          </a:p>
          <a:p>
            <a:pPr marL="0" indent="0" algn="just">
              <a:buNone/>
            </a:pPr>
            <a:r>
              <a:rPr lang="en-US" sz="1800" b="1" dirty="0" smtClean="0">
                <a:latin typeface="Calibri" panose="020F0502020204030204" pitchFamily="34" charset="0"/>
                <a:cs typeface="Calibri" panose="020F0502020204030204" pitchFamily="34" charset="0"/>
              </a:rPr>
              <a:t>Answer:</a:t>
            </a:r>
          </a:p>
          <a:p>
            <a:pPr marL="0" indent="0" algn="just">
              <a:buNone/>
            </a:pPr>
            <a:r>
              <a:rPr lang="en-US" sz="1800" dirty="0" smtClean="0">
                <a:latin typeface="Calibri" panose="020F0502020204030204" pitchFamily="34" charset="0"/>
                <a:cs typeface="Calibri" panose="020F0502020204030204" pitchFamily="34" charset="0"/>
              </a:rPr>
              <a:t>This </a:t>
            </a:r>
            <a:r>
              <a:rPr lang="en-US" sz="1800" dirty="0">
                <a:latin typeface="Calibri" panose="020F0502020204030204" pitchFamily="34" charset="0"/>
                <a:cs typeface="Calibri" panose="020F0502020204030204" pitchFamily="34" charset="0"/>
              </a:rPr>
              <a:t>wound dressing consists of a synthetic </a:t>
            </a:r>
            <a:r>
              <a:rPr lang="en-US" sz="1800" dirty="0" err="1">
                <a:latin typeface="Calibri" panose="020F0502020204030204" pitchFamily="34" charset="0"/>
                <a:cs typeface="Calibri" panose="020F0502020204030204" pitchFamily="34" charset="0"/>
              </a:rPr>
              <a:t>bioabsorbable</a:t>
            </a:r>
            <a:r>
              <a:rPr lang="en-US" sz="1800" dirty="0">
                <a:latin typeface="Calibri" panose="020F0502020204030204" pitchFamily="34" charset="0"/>
                <a:cs typeface="Calibri" panose="020F0502020204030204" pitchFamily="34" charset="0"/>
              </a:rPr>
              <a:t> matrix. In ICD-10-PCS, wound dressings are considered surgical supplies, and surgical supplies are not coded separately in an inpatient setting.</a:t>
            </a:r>
            <a:endParaRPr lang="en-IN"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13597384"/>
      </p:ext>
    </p:extLst>
  </p:cSld>
  <p:clrMapOvr>
    <a:masterClrMapping/>
  </p:clrMapOvr>
</p:sld>
</file>

<file path=ppt/theme/theme1.xml><?xml version="1.0" encoding="utf-8"?>
<a:theme xmlns:a="http://schemas.openxmlformats.org/drawingml/2006/main" name="Office Theme">
  <a:themeElements>
    <a:clrScheme name="Omega Healthcare">
      <a:dk1>
        <a:srgbClr val="262626"/>
      </a:dk1>
      <a:lt1>
        <a:srgbClr val="FFFFFF"/>
      </a:lt1>
      <a:dk2>
        <a:srgbClr val="1658A4"/>
      </a:dk2>
      <a:lt2>
        <a:srgbClr val="348EC9"/>
      </a:lt2>
      <a:accent1>
        <a:srgbClr val="153166"/>
      </a:accent1>
      <a:accent2>
        <a:srgbClr val="992428"/>
      </a:accent2>
      <a:accent3>
        <a:srgbClr val="77787B"/>
      </a:accent3>
      <a:accent4>
        <a:srgbClr val="BCBEC0"/>
      </a:accent4>
      <a:accent5>
        <a:srgbClr val="F47C23"/>
      </a:accent5>
      <a:accent6>
        <a:srgbClr val="67C189"/>
      </a:accent6>
      <a:hlink>
        <a:srgbClr val="0070C0"/>
      </a:hlink>
      <a:folHlink>
        <a:srgbClr val="90C6F6"/>
      </a:folHlink>
    </a:clrScheme>
    <a:fontScheme name="Omega New Template">
      <a:majorFont>
        <a:latin typeface="Avenir Heavy"/>
        <a:ea typeface=""/>
        <a:cs typeface=""/>
      </a:majorFont>
      <a:minorFont>
        <a:latin typeface="Avenir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mega Healthcare_template" id="{63A0DB61-DB58-1A4A-B042-1839354C95F2}" vid="{E2BCF418-2F16-D54B-8DA6-93CCB280D1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RCM</Template>
  <TotalTime>475</TotalTime>
  <Words>440</Words>
  <Application>Microsoft Office PowerPoint</Application>
  <PresentationFormat>Widescreen</PresentationFormat>
  <Paragraphs>37</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Avenir Heavy</vt:lpstr>
      <vt:lpstr>Avenir Medium</vt:lpstr>
      <vt:lpstr>Calibri</vt:lpstr>
      <vt:lpstr>Courier New</vt:lpstr>
      <vt:lpstr>Wingdings</vt:lpstr>
      <vt:lpstr>Office Theme</vt:lpstr>
      <vt:lpstr>PowerPoint Presentation</vt:lpstr>
      <vt:lpstr>PowerPoint Presentation</vt:lpstr>
      <vt:lpstr>Placement </vt:lpstr>
      <vt:lpstr>Placement </vt:lpstr>
      <vt:lpstr>Clinical Examples </vt:lpstr>
      <vt:lpstr>Clinical Examples </vt:lpstr>
      <vt:lpstr>Coding Clinic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Vinothini Kirupakaran</dc:creator>
  <cp:lastModifiedBy>Vijayashanthi D</cp:lastModifiedBy>
  <cp:revision>58</cp:revision>
  <dcterms:created xsi:type="dcterms:W3CDTF">2021-08-28T14:27:41Z</dcterms:created>
  <dcterms:modified xsi:type="dcterms:W3CDTF">2022-01-03T12:14:39Z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8b32edde-1ff2-4d4e-a2d7-fbbc106f8d9c</vt:lpwstr>
  </property>
  <property fmtid="{D5CDD505-2E9C-101B-9397-08002B2CF9AE}" pid="3" name="Project">
    <vt:lpwstr>IBDROOT</vt:lpwstr>
  </property>
  <property fmtid="{D5CDD505-2E9C-101B-9397-08002B2CF9AE}" pid="4" name="Classification">
    <vt:lpwstr>I</vt:lpwstr>
  </property>
  <property fmtid="{D5CDD505-2E9C-101B-9397-08002B2CF9AE}" pid="5" name="DocTopsCleaned">
    <vt:lpwstr>True</vt:lpwstr>
  </property>
  <property fmtid="{D5CDD505-2E9C-101B-9397-08002B2CF9AE}" pid="6" name="ShowHideDoctop">
    <vt:lpwstr>False</vt:lpwstr>
  </property>
</Properties>
</file>